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E52"/>
    <a:srgbClr val="48C2CA"/>
    <a:srgbClr val="EDC0DA"/>
    <a:srgbClr val="F8AF99"/>
    <a:srgbClr val="8794CA"/>
    <a:srgbClr val="4E66AE"/>
    <a:srgbClr val="273992"/>
    <a:srgbClr val="D089B4"/>
    <a:srgbClr val="156E4E"/>
    <a:srgbClr val="1B73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0"/>
    <p:restoredTop sz="86438"/>
  </p:normalViewPr>
  <p:slideViewPr>
    <p:cSldViewPr snapToGrid="0">
      <p:cViewPr varScale="1">
        <p:scale>
          <a:sx n="104" d="100"/>
          <a:sy n="104" d="100"/>
        </p:scale>
        <p:origin x="232" y="3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er slide 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768EBE-DCFE-B117-429E-8F949D7EC4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10934700" cy="1325563"/>
          </a:xfrm>
        </p:spPr>
        <p:txBody>
          <a:bodyPr>
            <a:normAutofit/>
          </a:bodyPr>
          <a:lstStyle>
            <a:lvl1pPr algn="ctr">
              <a:defRPr sz="8000" b="1" i="0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r>
              <a:rPr lang="hu-HU" dirty="0" err="1"/>
              <a:t>Write</a:t>
            </a:r>
            <a:r>
              <a:rPr lang="hu-HU" dirty="0"/>
              <a:t> </a:t>
            </a:r>
            <a:r>
              <a:rPr lang="hu-HU" dirty="0" err="1"/>
              <a:t>headline</a:t>
            </a:r>
            <a:r>
              <a:rPr lang="hu-HU" dirty="0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3939481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er slide 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4E79DC-1BF4-64A8-8226-011576B1C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10934700" cy="1325563"/>
          </a:xfrm>
        </p:spPr>
        <p:txBody>
          <a:bodyPr>
            <a:normAutofit/>
          </a:bodyPr>
          <a:lstStyle>
            <a:lvl1pPr algn="ctr">
              <a:defRPr sz="8000" b="1" i="0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r>
              <a:rPr lang="hu-HU" dirty="0" err="1"/>
              <a:t>Write</a:t>
            </a:r>
            <a:r>
              <a:rPr lang="hu-HU" dirty="0"/>
              <a:t> </a:t>
            </a:r>
            <a:r>
              <a:rPr lang="hu-HU" dirty="0" err="1"/>
              <a:t>headline</a:t>
            </a:r>
            <a:r>
              <a:rPr lang="hu-HU" dirty="0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236511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FAF053D-EA45-D5A7-1F47-DF1732BA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3A8203E-5EAD-469E-FC68-943FD3BF6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513CEE1-9882-B555-8CA9-09F2022A2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ACE91-6210-534C-A397-C0B4F99B3BD9}" type="datetimeFigureOut">
              <a:rPr lang="hu-HU" smtClean="0"/>
              <a:t>2026. 08. 07.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66D772-73C3-3DD0-B077-EAF351932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A9F46DA-0ADD-0FD7-2B80-7A867F4B4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</a:lstStyle>
          <a:p>
            <a:fld id="{D726A107-DD35-5648-B48B-90CE69355F01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618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" panose="02000000000000000000" pitchFamily="2" charset="0"/>
          <a:ea typeface="+mj-ea"/>
          <a:cs typeface="Poppins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anose="02000000000000000000" pitchFamily="2" charset="0"/>
          <a:ea typeface="+mn-ea"/>
          <a:cs typeface="Poppins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2000000000000000000" pitchFamily="2" charset="0"/>
          <a:ea typeface="+mn-ea"/>
          <a:cs typeface="Poppins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2000000000000000000" pitchFamily="2" charset="0"/>
          <a:ea typeface="+mn-ea"/>
          <a:cs typeface="Poppins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2000000000000000000" pitchFamily="2" charset="0"/>
          <a:ea typeface="+mn-ea"/>
          <a:cs typeface="Poppins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2000000000000000000" pitchFamily="2" charset="0"/>
          <a:ea typeface="+mn-ea"/>
          <a:cs typeface="Poppins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3AAC93-C1D3-E9A1-408C-8C4DB518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Foundations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54665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4224EDD6-87AE-8A64-18FB-1D744548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9"/>
            <a:ext cx="10934700" cy="1325563"/>
          </a:xfrm>
        </p:spPr>
        <p:txBody>
          <a:bodyPr/>
          <a:lstStyle/>
          <a:p>
            <a:r>
              <a:rPr lang="hu-HU" dirty="0" err="1"/>
              <a:t>Foundations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34829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12DA8-B3C2-657B-B47E-74366EF6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E7F07B-5DB6-3A1E-6DD3-64977978B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Guidelines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17059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1A206-4CE4-E065-A52B-6FDCB6BE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65345B44-3362-DB22-9CC8-E2DE8328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9"/>
            <a:ext cx="10934700" cy="1325563"/>
          </a:xfrm>
        </p:spPr>
        <p:txBody>
          <a:bodyPr/>
          <a:lstStyle/>
          <a:p>
            <a:r>
              <a:rPr lang="hu-HU" dirty="0" err="1"/>
              <a:t>Guidelines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0403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E0E11-EA5F-9890-11B1-ECC7C8D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C24063-E2EB-60CD-C4E7-882FF6880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Download</a:t>
            </a:r>
            <a:r>
              <a:rPr lang="hu-HU" dirty="0"/>
              <a:t> center</a:t>
            </a:r>
          </a:p>
        </p:txBody>
      </p:sp>
    </p:spTree>
    <p:extLst>
      <p:ext uri="{BB962C8B-B14F-4D97-AF65-F5344CB8AC3E}">
        <p14:creationId xmlns:p14="http://schemas.microsoft.com/office/powerpoint/2010/main" val="166887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FD1AF-9D9B-328C-DBF9-A92EE620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7FAFF661-8349-A1D7-E182-1E1C5618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9"/>
            <a:ext cx="10934700" cy="1325563"/>
          </a:xfrm>
        </p:spPr>
        <p:txBody>
          <a:bodyPr/>
          <a:lstStyle/>
          <a:p>
            <a:r>
              <a:rPr lang="hu-HU" dirty="0" err="1"/>
              <a:t>Download</a:t>
            </a:r>
            <a:r>
              <a:rPr lang="hu-HU" dirty="0"/>
              <a:t> center</a:t>
            </a:r>
          </a:p>
        </p:txBody>
      </p:sp>
    </p:spTree>
    <p:extLst>
      <p:ext uri="{BB962C8B-B14F-4D97-AF65-F5344CB8AC3E}">
        <p14:creationId xmlns:p14="http://schemas.microsoft.com/office/powerpoint/2010/main" val="309067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0474-D76D-8DBF-E050-B0C9CA52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B787ED-84B1-1D32-C64C-1B2787029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neu</a:t>
            </a:r>
            <a:r>
              <a:rPr lang="hu-HU" dirty="0"/>
              <a:t> </a:t>
            </a:r>
            <a:r>
              <a:rPr lang="hu-HU" b="0" dirty="0">
                <a:solidFill>
                  <a:srgbClr val="FFC000"/>
                </a:solidFill>
                <a:latin typeface="Poppins Light" pitchFamily="2" charset="0"/>
                <a:cs typeface="Poppins Light" pitchFamily="2" charset="0"/>
              </a:rPr>
              <a:t>+</a:t>
            </a:r>
            <a:r>
              <a:rPr lang="hu-HU" dirty="0"/>
              <a:t> </a:t>
            </a:r>
            <a:r>
              <a:rPr lang="hu-HU" dirty="0" err="1"/>
              <a:t>werk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47611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763A6-1819-26D2-C865-3C0725C5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1">
            <a:extLst>
              <a:ext uri="{FF2B5EF4-FFF2-40B4-BE49-F238E27FC236}">
                <a16:creationId xmlns:a16="http://schemas.microsoft.com/office/drawing/2014/main" id="{50A94427-96DD-1314-94C4-CADD2E38A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9"/>
            <a:ext cx="10934700" cy="1325563"/>
          </a:xfrm>
        </p:spPr>
        <p:txBody>
          <a:bodyPr/>
          <a:lstStyle/>
          <a:p>
            <a:r>
              <a:rPr lang="hu-HU" dirty="0" err="1"/>
              <a:t>neu</a:t>
            </a:r>
            <a:r>
              <a:rPr lang="hu-HU" dirty="0"/>
              <a:t> </a:t>
            </a:r>
            <a:r>
              <a:rPr lang="hu-HU" b="0" dirty="0">
                <a:solidFill>
                  <a:srgbClr val="FFC000"/>
                </a:solidFill>
                <a:latin typeface="Poppins Light" pitchFamily="2" charset="0"/>
                <a:cs typeface="Poppins Light" pitchFamily="2" charset="0"/>
              </a:rPr>
              <a:t>+</a:t>
            </a:r>
            <a:r>
              <a:rPr lang="hu-HU" dirty="0"/>
              <a:t> </a:t>
            </a:r>
            <a:r>
              <a:rPr lang="hu-HU" dirty="0" err="1"/>
              <a:t>werk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18774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55D06-CF3C-7281-403C-D8BECE59E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4AACE5-3C85-FA59-F27D-17E4301F2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Mission</a:t>
            </a:r>
            <a:r>
              <a:rPr lang="hu-HU" dirty="0"/>
              <a:t> &amp; </a:t>
            </a:r>
            <a:r>
              <a:rPr lang="hu-HU" dirty="0" err="1"/>
              <a:t>vision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876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4165-8C99-66F1-0876-EA4F0F2C6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1">
            <a:extLst>
              <a:ext uri="{FF2B5EF4-FFF2-40B4-BE49-F238E27FC236}">
                <a16:creationId xmlns:a16="http://schemas.microsoft.com/office/drawing/2014/main" id="{E471986C-F4E3-7C49-18D1-68162826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9"/>
            <a:ext cx="10934700" cy="1325563"/>
          </a:xfrm>
        </p:spPr>
        <p:txBody>
          <a:bodyPr/>
          <a:lstStyle/>
          <a:p>
            <a:r>
              <a:rPr lang="hu-HU" dirty="0" err="1"/>
              <a:t>Mission</a:t>
            </a:r>
            <a:r>
              <a:rPr lang="hu-HU" dirty="0"/>
              <a:t> &amp; </a:t>
            </a:r>
            <a:r>
              <a:rPr lang="hu-HU" dirty="0" err="1"/>
              <a:t>vision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35475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07753-D634-B5B3-2456-8E1A35AC4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1E2778-171E-D0A0-7BA3-67F8F9F96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 dirty="0" err="1">
                <a:solidFill>
                  <a:schemeClr val="bg2"/>
                </a:solidFill>
                <a:latin typeface="Poppins Light" pitchFamily="2" charset="0"/>
                <a:cs typeface="Poppins Light" pitchFamily="2" charset="0"/>
              </a:rPr>
              <a:t>the</a:t>
            </a:r>
            <a:r>
              <a:rPr lang="hu-HU" b="0" dirty="0">
                <a:solidFill>
                  <a:schemeClr val="bg2"/>
                </a:solidFill>
                <a:latin typeface="Poppins Light" pitchFamily="2" charset="0"/>
                <a:cs typeface="Poppins Light" pitchFamily="2" charset="0"/>
              </a:rPr>
              <a:t>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b="0" dirty="0" err="1">
                <a:solidFill>
                  <a:schemeClr val="bg2"/>
                </a:solidFill>
                <a:latin typeface="Poppins Light" pitchFamily="2" charset="0"/>
                <a:cs typeface="Poppins Light" pitchFamily="2" charset="0"/>
              </a:rPr>
              <a:t>way</a:t>
            </a:r>
            <a:endParaRPr lang="hu-HU" b="0" dirty="0">
              <a:solidFill>
                <a:schemeClr val="bg2"/>
              </a:solidFill>
              <a:latin typeface="Poppins Light" pitchFamily="2" charset="0"/>
              <a:cs typeface="Poppi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515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B1247-E833-2EB0-341C-4B766318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5D695047-5F49-9807-1594-273AE6875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9"/>
            <a:ext cx="10934700" cy="1325563"/>
          </a:xfrm>
        </p:spPr>
        <p:txBody>
          <a:bodyPr/>
          <a:lstStyle/>
          <a:p>
            <a:r>
              <a:rPr lang="hu-HU" b="0" dirty="0" err="1">
                <a:solidFill>
                  <a:schemeClr val="bg2"/>
                </a:solidFill>
                <a:latin typeface="Poppins Light" pitchFamily="2" charset="0"/>
                <a:cs typeface="Poppins Light" pitchFamily="2" charset="0"/>
              </a:rPr>
              <a:t>the</a:t>
            </a:r>
            <a:r>
              <a:rPr lang="hu-HU" b="0" dirty="0">
                <a:solidFill>
                  <a:schemeClr val="bg2"/>
                </a:solidFill>
                <a:latin typeface="Poppins Light" pitchFamily="2" charset="0"/>
                <a:cs typeface="Poppins Light" pitchFamily="2" charset="0"/>
              </a:rPr>
              <a:t>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b="0" dirty="0" err="1">
                <a:solidFill>
                  <a:schemeClr val="bg2"/>
                </a:solidFill>
                <a:latin typeface="Poppins Light" pitchFamily="2" charset="0"/>
                <a:cs typeface="Poppins Light" pitchFamily="2" charset="0"/>
              </a:rPr>
              <a:t>way</a:t>
            </a:r>
            <a:endParaRPr lang="hu-HU" b="0" dirty="0">
              <a:solidFill>
                <a:schemeClr val="bg2"/>
              </a:solidFill>
              <a:latin typeface="Poppins Light" pitchFamily="2" charset="0"/>
              <a:cs typeface="Poppi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132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64643-43A2-F903-239E-281507DC3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D146C9-69D6-A4AF-5EE1-93E0CA37B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err="1"/>
              <a:t>Legal</a:t>
            </a:r>
            <a:r>
              <a:rPr lang="hu-HU" dirty="0"/>
              <a:t> and </a:t>
            </a:r>
            <a:br>
              <a:rPr lang="hu-HU" dirty="0"/>
            </a:br>
            <a:r>
              <a:rPr lang="hu-HU" dirty="0" err="1"/>
              <a:t>branding</a:t>
            </a:r>
            <a:r>
              <a:rPr lang="hu-HU" dirty="0"/>
              <a:t> </a:t>
            </a:r>
            <a:r>
              <a:rPr lang="hu-HU" dirty="0" err="1"/>
              <a:t>principle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4482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03AE-3939-08E3-EC95-99F57340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1">
            <a:extLst>
              <a:ext uri="{FF2B5EF4-FFF2-40B4-BE49-F238E27FC236}">
                <a16:creationId xmlns:a16="http://schemas.microsoft.com/office/drawing/2014/main" id="{ACC31D8C-B4A7-7287-6C6E-78475554A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9"/>
            <a:ext cx="10934700" cy="1325563"/>
          </a:xfrm>
        </p:spPr>
        <p:txBody>
          <a:bodyPr>
            <a:normAutofit fontScale="90000"/>
          </a:bodyPr>
          <a:lstStyle/>
          <a:p>
            <a:r>
              <a:rPr lang="hu-HU" dirty="0" err="1"/>
              <a:t>Legal</a:t>
            </a:r>
            <a:r>
              <a:rPr lang="hu-HU" dirty="0"/>
              <a:t> and</a:t>
            </a:r>
            <a:br>
              <a:rPr lang="hu-HU" dirty="0"/>
            </a:br>
            <a:r>
              <a:rPr lang="hu-HU" dirty="0" err="1"/>
              <a:t>branding</a:t>
            </a:r>
            <a:r>
              <a:rPr lang="hu-HU" dirty="0"/>
              <a:t> </a:t>
            </a:r>
            <a:r>
              <a:rPr lang="hu-HU" dirty="0" err="1"/>
              <a:t>principle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44715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2C37E-E887-234C-3DDB-971CC3532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01622F-DB5D-3479-8240-8014311D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18000" dirty="0"/>
              <a:t>Q</a:t>
            </a:r>
            <a:r>
              <a:rPr lang="hu-HU" sz="18000" b="0" dirty="0">
                <a:solidFill>
                  <a:schemeClr val="bg2"/>
                </a:solidFill>
                <a:latin typeface="Poppins Light" pitchFamily="2" charset="0"/>
                <a:cs typeface="Poppins Light" pitchFamily="2" charset="0"/>
              </a:rPr>
              <a:t>&amp;</a:t>
            </a:r>
            <a:r>
              <a:rPr lang="hu-HU" sz="180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05336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40FB3-1EBA-7C24-8923-1B79FA05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A12FA3FA-4568-A54B-6A40-C0D79FA3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9"/>
            <a:ext cx="10934700" cy="1325563"/>
          </a:xfrm>
        </p:spPr>
        <p:txBody>
          <a:bodyPr>
            <a:noAutofit/>
          </a:bodyPr>
          <a:lstStyle/>
          <a:p>
            <a:r>
              <a:rPr lang="hu-HU" sz="18000" dirty="0"/>
              <a:t>Q</a:t>
            </a:r>
            <a:r>
              <a:rPr lang="hu-HU" sz="18000" b="0" dirty="0">
                <a:solidFill>
                  <a:schemeClr val="bg2"/>
                </a:solidFill>
                <a:latin typeface="Poppins Light" pitchFamily="2" charset="0"/>
                <a:cs typeface="Poppins Light" pitchFamily="2" charset="0"/>
              </a:rPr>
              <a:t>&amp;</a:t>
            </a:r>
            <a:r>
              <a:rPr lang="hu-HU" sz="180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232299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1B9C-4631-1FAC-9FAA-06365B09F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95320B-68D2-D281-8616-D07A573F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Who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are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39425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BCD2F-F602-6BF9-0D33-930AA8FAC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1">
            <a:extLst>
              <a:ext uri="{FF2B5EF4-FFF2-40B4-BE49-F238E27FC236}">
                <a16:creationId xmlns:a16="http://schemas.microsoft.com/office/drawing/2014/main" id="{3B8E5C66-4D66-3775-F1B8-1092241E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9"/>
            <a:ext cx="10934700" cy="1325563"/>
          </a:xfrm>
        </p:spPr>
        <p:txBody>
          <a:bodyPr>
            <a:normAutofit/>
          </a:bodyPr>
          <a:lstStyle/>
          <a:p>
            <a:r>
              <a:rPr lang="hu-HU" dirty="0" err="1"/>
              <a:t>Who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are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82043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Neuwerk brand colors">
      <a:dk1>
        <a:srgbClr val="1B1E51"/>
      </a:dk1>
      <a:lt1>
        <a:srgbClr val="FFFFFF"/>
      </a:lt1>
      <a:dk2>
        <a:srgbClr val="0E2841"/>
      </a:dk2>
      <a:lt2>
        <a:srgbClr val="8793CA"/>
      </a:lt2>
      <a:accent1>
        <a:srgbClr val="EDC0DA"/>
      </a:accent1>
      <a:accent2>
        <a:srgbClr val="4E66AE"/>
      </a:accent2>
      <a:accent3>
        <a:srgbClr val="8793CA"/>
      </a:accent3>
      <a:accent4>
        <a:srgbClr val="1EB68A"/>
      </a:accent4>
      <a:accent5>
        <a:srgbClr val="F8AF99"/>
      </a:accent5>
      <a:accent6>
        <a:srgbClr val="48C2CA"/>
      </a:accent6>
      <a:hlink>
        <a:srgbClr val="273892"/>
      </a:hlink>
      <a:folHlink>
        <a:srgbClr val="4E66A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48</Words>
  <Application>Microsoft Macintosh PowerPoint</Application>
  <PresentationFormat>Szélesvásznú</PresentationFormat>
  <Paragraphs>18</Paragraphs>
  <Slides>18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4" baseType="lpstr">
      <vt:lpstr>Aptos</vt:lpstr>
      <vt:lpstr>Arial</vt:lpstr>
      <vt:lpstr>Poppins</vt:lpstr>
      <vt:lpstr>Poppins Light</vt:lpstr>
      <vt:lpstr>Poppins SemiBold</vt:lpstr>
      <vt:lpstr>Office-téma</vt:lpstr>
      <vt:lpstr>Foundations</vt:lpstr>
      <vt:lpstr>Foundations</vt:lpstr>
      <vt:lpstr>Guidelines</vt:lpstr>
      <vt:lpstr>Guidelines</vt:lpstr>
      <vt:lpstr>Download center</vt:lpstr>
      <vt:lpstr>Download center</vt:lpstr>
      <vt:lpstr>neu + werk</vt:lpstr>
      <vt:lpstr>neu + werk</vt:lpstr>
      <vt:lpstr>Mission &amp; vision</vt:lpstr>
      <vt:lpstr>Mission &amp; vision</vt:lpstr>
      <vt:lpstr>the neuwerk way</vt:lpstr>
      <vt:lpstr>the neuwerk way</vt:lpstr>
      <vt:lpstr>Legal and  branding principle</vt:lpstr>
      <vt:lpstr>Legal and branding principle</vt:lpstr>
      <vt:lpstr>Q&amp;A</vt:lpstr>
      <vt:lpstr>Q&amp;A</vt:lpstr>
      <vt:lpstr>Who we are</vt:lpstr>
      <vt:lpstr>Who we 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Matisz Teodóra</dc:creator>
  <cp:lastModifiedBy>Matisz Teodóra</cp:lastModifiedBy>
  <cp:revision>9</cp:revision>
  <dcterms:created xsi:type="dcterms:W3CDTF">2026-08-07T08:18:53Z</dcterms:created>
  <dcterms:modified xsi:type="dcterms:W3CDTF">2026-08-07T13:56:50Z</dcterms:modified>
</cp:coreProperties>
</file>