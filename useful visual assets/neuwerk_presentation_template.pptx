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E52"/>
    <a:srgbClr val="48C2CA"/>
    <a:srgbClr val="EDC0DA"/>
    <a:srgbClr val="F8AF99"/>
    <a:srgbClr val="8794CA"/>
    <a:srgbClr val="4E66AE"/>
    <a:srgbClr val="273992"/>
    <a:srgbClr val="D089B4"/>
    <a:srgbClr val="156E4E"/>
    <a:srgbClr val="1B7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143"/>
    <p:restoredTop sz="86438"/>
  </p:normalViewPr>
  <p:slideViewPr>
    <p:cSldViewPr snapToGrid="0">
      <p:cViewPr>
        <p:scale>
          <a:sx n="98" d="100"/>
          <a:sy n="98" d="100"/>
        </p:scale>
        <p:origin x="1536" y="4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Ábra 14">
            <a:extLst>
              <a:ext uri="{FF2B5EF4-FFF2-40B4-BE49-F238E27FC236}">
                <a16:creationId xmlns:a16="http://schemas.microsoft.com/office/drawing/2014/main" id="{FA6B82FC-26F3-7125-0E66-688A15C453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1837" y="6104988"/>
            <a:ext cx="1622458" cy="237685"/>
          </a:xfrm>
          <a:prstGeom prst="rect">
            <a:avLst/>
          </a:prstGeom>
        </p:spPr>
      </p:pic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4F564A8B-BF5D-9219-B9C5-7581EF7A5E50}"/>
              </a:ext>
            </a:extLst>
          </p:cNvPr>
          <p:cNvCxnSpPr>
            <a:cxnSpLocks/>
          </p:cNvCxnSpPr>
          <p:nvPr userDrawn="1"/>
        </p:nvCxnSpPr>
        <p:spPr>
          <a:xfrm>
            <a:off x="534572" y="2460087"/>
            <a:ext cx="0" cy="2111913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zöveg helye 20">
            <a:extLst>
              <a:ext uri="{FF2B5EF4-FFF2-40B4-BE49-F238E27FC236}">
                <a16:creationId xmlns:a16="http://schemas.microsoft.com/office/drawing/2014/main" id="{C4B0BCF0-AD27-59B5-0003-1EE2B58DA3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304082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7DE0C2CE-947D-106A-28AB-A5F14B202E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08" y="304081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8DD7A29C-2C46-BE99-6094-AD81A1A5A0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527" y="304081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15518983-0795-8750-A7CB-E5963DFC41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5718501"/>
            <a:ext cx="4558002" cy="62417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8794CA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A </a:t>
            </a:r>
            <a:r>
              <a:rPr lang="hu-HU" dirty="0" err="1"/>
              <a:t>little</a:t>
            </a:r>
            <a:r>
              <a:rPr lang="hu-HU" dirty="0"/>
              <a:t> bit </a:t>
            </a:r>
            <a:r>
              <a:rPr lang="hu-HU" dirty="0" err="1"/>
              <a:t>longer</a:t>
            </a:r>
            <a:r>
              <a:rPr lang="hu-HU" dirty="0"/>
              <a:t> </a:t>
            </a:r>
            <a:r>
              <a:rPr lang="hu-HU" dirty="0" err="1"/>
              <a:t>subheadline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details</a:t>
            </a:r>
            <a:r>
              <a:rPr lang="hu-HU" dirty="0"/>
              <a:t> </a:t>
            </a:r>
            <a:r>
              <a:rPr lang="hu-HU" dirty="0" err="1"/>
              <a:t>written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needed</a:t>
            </a:r>
            <a:endParaRPr lang="hu-HU" dirty="0"/>
          </a:p>
        </p:txBody>
      </p:sp>
      <p:sp>
        <p:nvSpPr>
          <p:cNvPr id="28" name="Cím 17">
            <a:extLst>
              <a:ext uri="{FF2B5EF4-FFF2-40B4-BE49-F238E27FC236}">
                <a16:creationId xmlns:a16="http://schemas.microsoft.com/office/drawing/2014/main" id="{10FC9D1C-BB38-FEB2-1D3B-B2DC4123D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825" y="2515507"/>
            <a:ext cx="9593098" cy="2111913"/>
          </a:xfrm>
        </p:spPr>
        <p:txBody>
          <a:bodyPr anchor="t" anchorCtr="0">
            <a:no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Big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two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lines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title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endParaRPr lang="hu-HU" sz="80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29" name="Szöveg helye 20">
            <a:extLst>
              <a:ext uri="{FF2B5EF4-FFF2-40B4-BE49-F238E27FC236}">
                <a16:creationId xmlns:a16="http://schemas.microsoft.com/office/drawing/2014/main" id="{08C18E75-B05D-89B0-5D11-9AF31B6748B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304081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39481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Ábra 14">
            <a:extLst>
              <a:ext uri="{FF2B5EF4-FFF2-40B4-BE49-F238E27FC236}">
                <a16:creationId xmlns:a16="http://schemas.microsoft.com/office/drawing/2014/main" id="{FA6B82FC-26F3-7125-0E66-688A15C453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1837" y="6104988"/>
            <a:ext cx="1622458" cy="237685"/>
          </a:xfrm>
          <a:prstGeom prst="rect">
            <a:avLst/>
          </a:prstGeom>
        </p:spPr>
      </p:pic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4F564A8B-BF5D-9219-B9C5-7581EF7A5E50}"/>
              </a:ext>
            </a:extLst>
          </p:cNvPr>
          <p:cNvCxnSpPr>
            <a:cxnSpLocks/>
          </p:cNvCxnSpPr>
          <p:nvPr userDrawn="1"/>
        </p:nvCxnSpPr>
        <p:spPr>
          <a:xfrm>
            <a:off x="534572" y="1660634"/>
            <a:ext cx="0" cy="334229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zöveg helye 20">
            <a:extLst>
              <a:ext uri="{FF2B5EF4-FFF2-40B4-BE49-F238E27FC236}">
                <a16:creationId xmlns:a16="http://schemas.microsoft.com/office/drawing/2014/main" id="{1F1126AA-8B0C-19A5-A120-AD714760E5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5718501"/>
            <a:ext cx="4558002" cy="62417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8794CA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A </a:t>
            </a:r>
            <a:r>
              <a:rPr lang="hu-HU" dirty="0" err="1"/>
              <a:t>little</a:t>
            </a:r>
            <a:r>
              <a:rPr lang="hu-HU" dirty="0"/>
              <a:t> bit </a:t>
            </a:r>
            <a:r>
              <a:rPr lang="hu-HU" dirty="0" err="1"/>
              <a:t>longer</a:t>
            </a:r>
            <a:r>
              <a:rPr lang="hu-HU" dirty="0"/>
              <a:t> </a:t>
            </a:r>
            <a:r>
              <a:rPr lang="hu-HU" dirty="0" err="1"/>
              <a:t>subheadline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details</a:t>
            </a:r>
            <a:r>
              <a:rPr lang="hu-HU" dirty="0"/>
              <a:t> </a:t>
            </a:r>
            <a:r>
              <a:rPr lang="hu-HU" dirty="0" err="1"/>
              <a:t>written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needed</a:t>
            </a:r>
            <a:endParaRPr lang="hu-HU" dirty="0"/>
          </a:p>
        </p:txBody>
      </p:sp>
      <p:sp>
        <p:nvSpPr>
          <p:cNvPr id="6" name="Szöveg helye 20">
            <a:extLst>
              <a:ext uri="{FF2B5EF4-FFF2-40B4-BE49-F238E27FC236}">
                <a16:creationId xmlns:a16="http://schemas.microsoft.com/office/drawing/2014/main" id="{A524C0B7-1E40-777C-E675-B44C9273E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304082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7" name="Szöveg helye 20">
            <a:extLst>
              <a:ext uri="{FF2B5EF4-FFF2-40B4-BE49-F238E27FC236}">
                <a16:creationId xmlns:a16="http://schemas.microsoft.com/office/drawing/2014/main" id="{1EB0444D-2E56-696D-FED9-78303ED877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08" y="304081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4" name="Szöveg helye 20">
            <a:extLst>
              <a:ext uri="{FF2B5EF4-FFF2-40B4-BE49-F238E27FC236}">
                <a16:creationId xmlns:a16="http://schemas.microsoft.com/office/drawing/2014/main" id="{A1CEA312-A140-86ED-E191-121626547F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527" y="304081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6" name="Cím 17">
            <a:extLst>
              <a:ext uri="{FF2B5EF4-FFF2-40B4-BE49-F238E27FC236}">
                <a16:creationId xmlns:a16="http://schemas.microsoft.com/office/drawing/2014/main" id="{A87079C0-2D23-07D1-0F52-6EF4BDF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825" y="1660633"/>
            <a:ext cx="8969631" cy="3342289"/>
          </a:xfrm>
        </p:spPr>
        <p:txBody>
          <a:bodyPr anchor="t" anchorCtr="0">
            <a:no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Big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two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lines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title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endParaRPr lang="hu-HU" sz="80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8" name="Szöveg helye 20">
            <a:extLst>
              <a:ext uri="{FF2B5EF4-FFF2-40B4-BE49-F238E27FC236}">
                <a16:creationId xmlns:a16="http://schemas.microsoft.com/office/drawing/2014/main" id="{9083D121-7F2F-09CB-4454-070754F842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304081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15551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9" name="Cím 17">
            <a:extLst>
              <a:ext uri="{FF2B5EF4-FFF2-40B4-BE49-F238E27FC236}">
                <a16:creationId xmlns:a16="http://schemas.microsoft.com/office/drawing/2014/main" id="{03D03606-56F6-6DC2-DCCE-E5402FB3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5" y="627362"/>
            <a:ext cx="8969631" cy="594360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6C74905A-FA39-2EA0-6785-87A2F80EB2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29299" cy="40958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F55649A1-83C4-FB37-684C-FC75E4CB1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D102535B-267B-2CAF-8984-3EDA0F1D2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9D1DABBC-2AFB-CFBE-9EAE-ED47A0DE9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14AB1906-4740-5AF5-264D-CF409FC0CD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778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ex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131445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4" name="Cím 17">
            <a:extLst>
              <a:ext uri="{FF2B5EF4-FFF2-40B4-BE49-F238E27FC236}">
                <a16:creationId xmlns:a16="http://schemas.microsoft.com/office/drawing/2014/main" id="{9AFA22E4-8144-4404-F375-4D789FEE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5" y="627361"/>
            <a:ext cx="8969631" cy="132110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5" name="Szöveg helye 3">
            <a:extLst>
              <a:ext uri="{FF2B5EF4-FFF2-40B4-BE49-F238E27FC236}">
                <a16:creationId xmlns:a16="http://schemas.microsoft.com/office/drawing/2014/main" id="{6DE1A5BB-F777-FD13-76BF-9883FB110F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2438400"/>
            <a:ext cx="11303380" cy="341636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13" name="Szöveg helye 20">
            <a:extLst>
              <a:ext uri="{FF2B5EF4-FFF2-40B4-BE49-F238E27FC236}">
                <a16:creationId xmlns:a16="http://schemas.microsoft.com/office/drawing/2014/main" id="{18CF4039-EC88-C9EE-A69B-D902299DF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4" name="Szöveg helye 20">
            <a:extLst>
              <a:ext uri="{FF2B5EF4-FFF2-40B4-BE49-F238E27FC236}">
                <a16:creationId xmlns:a16="http://schemas.microsoft.com/office/drawing/2014/main" id="{44762E75-5643-D07D-7CED-FDF3EF274B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7" name="Szöveg helye 20">
            <a:extLst>
              <a:ext uri="{FF2B5EF4-FFF2-40B4-BE49-F238E27FC236}">
                <a16:creationId xmlns:a16="http://schemas.microsoft.com/office/drawing/2014/main" id="{68D27576-BE0A-B23A-E46F-3798ED7C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8" name="Szöveg helye 20">
            <a:extLst>
              <a:ext uri="{FF2B5EF4-FFF2-40B4-BE49-F238E27FC236}">
                <a16:creationId xmlns:a16="http://schemas.microsoft.com/office/drawing/2014/main" id="{FC890C75-79F9-A5D4-776F-3C5740CE2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3229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 or key mess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3389168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Ábra 3">
            <a:extLst>
              <a:ext uri="{FF2B5EF4-FFF2-40B4-BE49-F238E27FC236}">
                <a16:creationId xmlns:a16="http://schemas.microsoft.com/office/drawing/2014/main" id="{9DA862A6-2B4D-E830-75CA-BA2B15ADF9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7843" y="753342"/>
            <a:ext cx="1586451" cy="232411"/>
          </a:xfrm>
          <a:prstGeom prst="rect">
            <a:avLst/>
          </a:prstGeom>
        </p:spPr>
      </p:pic>
      <p:sp>
        <p:nvSpPr>
          <p:cNvPr id="18" name="Szöveg helye 20">
            <a:extLst>
              <a:ext uri="{FF2B5EF4-FFF2-40B4-BE49-F238E27FC236}">
                <a16:creationId xmlns:a16="http://schemas.microsoft.com/office/drawing/2014/main" id="{3F29D9D4-51AE-BEAF-46C8-7D4F4A3AD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9" name="Szöveg helye 20">
            <a:extLst>
              <a:ext uri="{FF2B5EF4-FFF2-40B4-BE49-F238E27FC236}">
                <a16:creationId xmlns:a16="http://schemas.microsoft.com/office/drawing/2014/main" id="{661A184C-3E09-37A9-F9BE-4CAC86F664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0" name="Szöveg helye 20">
            <a:extLst>
              <a:ext uri="{FF2B5EF4-FFF2-40B4-BE49-F238E27FC236}">
                <a16:creationId xmlns:a16="http://schemas.microsoft.com/office/drawing/2014/main" id="{E0128AFC-3BAF-BA05-0A53-9701B4B15F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1" name="Cím 20">
            <a:extLst>
              <a:ext uri="{FF2B5EF4-FFF2-40B4-BE49-F238E27FC236}">
                <a16:creationId xmlns:a16="http://schemas.microsoft.com/office/drawing/2014/main" id="{13C97DDB-BB29-321E-5EA3-B3F3D972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50"/>
            <a:ext cx="5548739" cy="3389168"/>
          </a:xfrm>
        </p:spPr>
        <p:txBody>
          <a:bodyPr anchor="t" anchorCtr="0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C4215002-C227-63E9-FC5F-65E2F500FB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3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 or key messag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3389168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Ábra 2">
            <a:extLst>
              <a:ext uri="{FF2B5EF4-FFF2-40B4-BE49-F238E27FC236}">
                <a16:creationId xmlns:a16="http://schemas.microsoft.com/office/drawing/2014/main" id="{85E3BCC5-F93D-8D98-7B00-4AECD5FEE7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0977" y="753343"/>
            <a:ext cx="1586451" cy="232410"/>
          </a:xfrm>
          <a:prstGeom prst="rect">
            <a:avLst/>
          </a:prstGeom>
        </p:spPr>
      </p:pic>
      <p:sp>
        <p:nvSpPr>
          <p:cNvPr id="13" name="Szöveg helye 20">
            <a:extLst>
              <a:ext uri="{FF2B5EF4-FFF2-40B4-BE49-F238E27FC236}">
                <a16:creationId xmlns:a16="http://schemas.microsoft.com/office/drawing/2014/main" id="{823E0A29-48E0-97C3-6959-D80C09978B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4" name="Szöveg helye 20">
            <a:extLst>
              <a:ext uri="{FF2B5EF4-FFF2-40B4-BE49-F238E27FC236}">
                <a16:creationId xmlns:a16="http://schemas.microsoft.com/office/drawing/2014/main" id="{551292F3-08CA-851B-27B9-2D45E09FA8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5" name="Szöveg helye 20">
            <a:extLst>
              <a:ext uri="{FF2B5EF4-FFF2-40B4-BE49-F238E27FC236}">
                <a16:creationId xmlns:a16="http://schemas.microsoft.com/office/drawing/2014/main" id="{3D0D22D7-C322-AF34-2F72-DAC205502C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6" name="Cím 20">
            <a:extLst>
              <a:ext uri="{FF2B5EF4-FFF2-40B4-BE49-F238E27FC236}">
                <a16:creationId xmlns:a16="http://schemas.microsoft.com/office/drawing/2014/main" id="{A9054EC7-0E3C-EC48-DBCD-16511E37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50"/>
            <a:ext cx="5548739" cy="3389168"/>
          </a:xfrm>
        </p:spPr>
        <p:txBody>
          <a:bodyPr anchor="t" anchorCtr="0">
            <a:normAutofit/>
          </a:bodyPr>
          <a:lstStyle>
            <a:lvl1pPr>
              <a:defRPr sz="6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7" name="Szöveg helye 20">
            <a:extLst>
              <a:ext uri="{FF2B5EF4-FFF2-40B4-BE49-F238E27FC236}">
                <a16:creationId xmlns:a16="http://schemas.microsoft.com/office/drawing/2014/main" id="{4C3B9828-03E9-0797-9969-063D6EEBF5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346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 or key message cen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>
            <a:extLst>
              <a:ext uri="{FF2B5EF4-FFF2-40B4-BE49-F238E27FC236}">
                <a16:creationId xmlns:a16="http://schemas.microsoft.com/office/drawing/2014/main" id="{47D75E80-094B-AEBD-FE90-3F3354C459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7843" y="448540"/>
            <a:ext cx="1586451" cy="232411"/>
          </a:xfrm>
          <a:prstGeom prst="rect">
            <a:avLst/>
          </a:prstGeom>
        </p:spPr>
      </p:pic>
      <p:sp>
        <p:nvSpPr>
          <p:cNvPr id="14" name="Szöveg helye 20">
            <a:extLst>
              <a:ext uri="{FF2B5EF4-FFF2-40B4-BE49-F238E27FC236}">
                <a16:creationId xmlns:a16="http://schemas.microsoft.com/office/drawing/2014/main" id="{02BE45FD-F136-39B0-42CC-A0B0697D97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5" name="Szöveg helye 20">
            <a:extLst>
              <a:ext uri="{FF2B5EF4-FFF2-40B4-BE49-F238E27FC236}">
                <a16:creationId xmlns:a16="http://schemas.microsoft.com/office/drawing/2014/main" id="{08A2A03B-277E-E7D1-F58D-CF9A1876BD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6" name="Szöveg helye 20">
            <a:extLst>
              <a:ext uri="{FF2B5EF4-FFF2-40B4-BE49-F238E27FC236}">
                <a16:creationId xmlns:a16="http://schemas.microsoft.com/office/drawing/2014/main" id="{0F2D0F69-1031-0AAE-1ABE-D5018CDB97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7" name="Cím 20">
            <a:extLst>
              <a:ext uri="{FF2B5EF4-FFF2-40B4-BE49-F238E27FC236}">
                <a16:creationId xmlns:a16="http://schemas.microsoft.com/office/drawing/2014/main" id="{D94FC64B-767D-87A8-FE10-A66A8363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954" y="1595871"/>
            <a:ext cx="9802091" cy="3389168"/>
          </a:xfrm>
        </p:spPr>
        <p:txBody>
          <a:bodyPr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20">
            <a:extLst>
              <a:ext uri="{FF2B5EF4-FFF2-40B4-BE49-F238E27FC236}">
                <a16:creationId xmlns:a16="http://schemas.microsoft.com/office/drawing/2014/main" id="{BA3D08F7-735B-D636-45BC-324FD7A6E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9466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er or key message cent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Ábra 1">
            <a:extLst>
              <a:ext uri="{FF2B5EF4-FFF2-40B4-BE49-F238E27FC236}">
                <a16:creationId xmlns:a16="http://schemas.microsoft.com/office/drawing/2014/main" id="{5AC3B9A0-37E2-3673-5219-B6CCA1D907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7844" y="448541"/>
            <a:ext cx="1586451" cy="232410"/>
          </a:xfrm>
          <a:prstGeom prst="rect">
            <a:avLst/>
          </a:prstGeom>
        </p:spPr>
      </p:pic>
      <p:sp>
        <p:nvSpPr>
          <p:cNvPr id="11" name="Szöveg helye 20">
            <a:extLst>
              <a:ext uri="{FF2B5EF4-FFF2-40B4-BE49-F238E27FC236}">
                <a16:creationId xmlns:a16="http://schemas.microsoft.com/office/drawing/2014/main" id="{55FC88F1-D449-2BD2-541F-7BB99496E1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2" name="Szöveg helye 20">
            <a:extLst>
              <a:ext uri="{FF2B5EF4-FFF2-40B4-BE49-F238E27FC236}">
                <a16:creationId xmlns:a16="http://schemas.microsoft.com/office/drawing/2014/main" id="{15B9AABE-9D10-0542-DB61-63AA15084E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3" name="Szöveg helye 20">
            <a:extLst>
              <a:ext uri="{FF2B5EF4-FFF2-40B4-BE49-F238E27FC236}">
                <a16:creationId xmlns:a16="http://schemas.microsoft.com/office/drawing/2014/main" id="{CF8503CE-FC2B-8D88-1B71-DB389025C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4" name="Cím 20">
            <a:extLst>
              <a:ext uri="{FF2B5EF4-FFF2-40B4-BE49-F238E27FC236}">
                <a16:creationId xmlns:a16="http://schemas.microsoft.com/office/drawing/2014/main" id="{779A5C62-7093-6366-485F-095D7D7D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954" y="1595871"/>
            <a:ext cx="9802091" cy="3389168"/>
          </a:xfrm>
        </p:spPr>
        <p:txBody>
          <a:bodyPr anchor="t" anchorCtr="0">
            <a:normAutofit/>
          </a:bodyPr>
          <a:lstStyle>
            <a:lvl1pPr algn="ctr">
              <a:defRPr sz="6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5" name="Szöveg helye 20">
            <a:extLst>
              <a:ext uri="{FF2B5EF4-FFF2-40B4-BE49-F238E27FC236}">
                <a16:creationId xmlns:a16="http://schemas.microsoft.com/office/drawing/2014/main" id="{8B0A7248-C56B-0E1D-BCFE-3AA4099657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9476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3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Szöveg helye 3">
            <a:extLst>
              <a:ext uri="{FF2B5EF4-FFF2-40B4-BE49-F238E27FC236}">
                <a16:creationId xmlns:a16="http://schemas.microsoft.com/office/drawing/2014/main" id="{FDD20F1F-9017-F334-1620-F112CE4502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7" name="Cím 17">
            <a:extLst>
              <a:ext uri="{FF2B5EF4-FFF2-40B4-BE49-F238E27FC236}">
                <a16:creationId xmlns:a16="http://schemas.microsoft.com/office/drawing/2014/main" id="{19BFB192-397A-AA0B-2870-D040E28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896DBB9B-1ECB-0299-1339-0500B6628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07" y="3599227"/>
            <a:ext cx="3102729" cy="2427500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BAB5187F-8062-D401-7F88-B5218B157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9234" y="3599227"/>
            <a:ext cx="3102729" cy="2427500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E2CA9CFB-5DA8-2FF8-1C46-3C043C607A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5998" y="3599227"/>
            <a:ext cx="3102729" cy="2427500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174B59BC-6054-CDD2-5FE8-1FAB394B56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907" y="2825355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2" name="Szöveg helye 3">
            <a:extLst>
              <a:ext uri="{FF2B5EF4-FFF2-40B4-BE49-F238E27FC236}">
                <a16:creationId xmlns:a16="http://schemas.microsoft.com/office/drawing/2014/main" id="{3FB1B145-4439-0B2D-7AD5-D7544FC1E0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5380" y="2825355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3" name="Szöveg helye 3">
            <a:extLst>
              <a:ext uri="{FF2B5EF4-FFF2-40B4-BE49-F238E27FC236}">
                <a16:creationId xmlns:a16="http://schemas.microsoft.com/office/drawing/2014/main" id="{54C5734F-E481-380A-C152-9CFF14B6C0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95999" y="2825355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04F71BE9-0F91-8296-7C1C-D43E62569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6" name="Szöveg helye 20">
            <a:extLst>
              <a:ext uri="{FF2B5EF4-FFF2-40B4-BE49-F238E27FC236}">
                <a16:creationId xmlns:a16="http://schemas.microsoft.com/office/drawing/2014/main" id="{4C36B203-5994-5C25-F28D-2941B92E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7" name="Szöveg helye 20">
            <a:extLst>
              <a:ext uri="{FF2B5EF4-FFF2-40B4-BE49-F238E27FC236}">
                <a16:creationId xmlns:a16="http://schemas.microsoft.com/office/drawing/2014/main" id="{01875F1E-CF26-4217-196F-CF2BCF4588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8" name="Szöveg helye 20">
            <a:extLst>
              <a:ext uri="{FF2B5EF4-FFF2-40B4-BE49-F238E27FC236}">
                <a16:creationId xmlns:a16="http://schemas.microsoft.com/office/drawing/2014/main" id="{7CEB10E7-44ED-D1F4-5D5D-5D0CAF2CFE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8052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3 text box and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Szöveg helye 3">
            <a:extLst>
              <a:ext uri="{FF2B5EF4-FFF2-40B4-BE49-F238E27FC236}">
                <a16:creationId xmlns:a16="http://schemas.microsoft.com/office/drawing/2014/main" id="{FDD20F1F-9017-F334-1620-F112CE4502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7" name="Cím 17">
            <a:extLst>
              <a:ext uri="{FF2B5EF4-FFF2-40B4-BE49-F238E27FC236}">
                <a16:creationId xmlns:a16="http://schemas.microsoft.com/office/drawing/2014/main" id="{19BFB192-397A-AA0B-2870-D040E28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896DBB9B-1ECB-0299-1339-0500B6628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07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BAB5187F-8062-D401-7F88-B5218B157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9234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E2CA9CFB-5DA8-2FF8-1C46-3C043C607A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5998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174B59BC-6054-CDD2-5FE8-1FAB394B56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907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2" name="Szöveg helye 3">
            <a:extLst>
              <a:ext uri="{FF2B5EF4-FFF2-40B4-BE49-F238E27FC236}">
                <a16:creationId xmlns:a16="http://schemas.microsoft.com/office/drawing/2014/main" id="{3FB1B145-4439-0B2D-7AD5-D7544FC1E0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5380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3" name="Szöveg helye 3">
            <a:extLst>
              <a:ext uri="{FF2B5EF4-FFF2-40B4-BE49-F238E27FC236}">
                <a16:creationId xmlns:a16="http://schemas.microsoft.com/office/drawing/2014/main" id="{54C5734F-E481-380A-C152-9CFF14B6C0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95999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04F71BE9-0F91-8296-7C1C-D43E62569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6" name="Szöveg helye 20">
            <a:extLst>
              <a:ext uri="{FF2B5EF4-FFF2-40B4-BE49-F238E27FC236}">
                <a16:creationId xmlns:a16="http://schemas.microsoft.com/office/drawing/2014/main" id="{4C36B203-5994-5C25-F28D-2941B92E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7" name="Szöveg helye 20">
            <a:extLst>
              <a:ext uri="{FF2B5EF4-FFF2-40B4-BE49-F238E27FC236}">
                <a16:creationId xmlns:a16="http://schemas.microsoft.com/office/drawing/2014/main" id="{01875F1E-CF26-4217-196F-CF2BCF4588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8" name="Kép helye 4">
            <a:extLst>
              <a:ext uri="{FF2B5EF4-FFF2-40B4-BE49-F238E27FC236}">
                <a16:creationId xmlns:a16="http://schemas.microsoft.com/office/drawing/2014/main" id="{318E18C2-3144-3A1F-90D8-30ECB0D9820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364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Kép helye 4">
            <a:extLst>
              <a:ext uri="{FF2B5EF4-FFF2-40B4-BE49-F238E27FC236}">
                <a16:creationId xmlns:a16="http://schemas.microsoft.com/office/drawing/2014/main" id="{2219355D-06D4-B4EC-4ECE-9B487F6F688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900399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10" name="Kép helye 4">
            <a:extLst>
              <a:ext uri="{FF2B5EF4-FFF2-40B4-BE49-F238E27FC236}">
                <a16:creationId xmlns:a16="http://schemas.microsoft.com/office/drawing/2014/main" id="{C04B68A9-721E-724F-76A3-5C209BE966D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453497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11" name="Szöveg helye 20">
            <a:extLst>
              <a:ext uri="{FF2B5EF4-FFF2-40B4-BE49-F238E27FC236}">
                <a16:creationId xmlns:a16="http://schemas.microsoft.com/office/drawing/2014/main" id="{B86C837D-449E-DEA3-129A-F85FA20CED1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2794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3 text box and p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Szöveg helye 3">
            <a:extLst>
              <a:ext uri="{FF2B5EF4-FFF2-40B4-BE49-F238E27FC236}">
                <a16:creationId xmlns:a16="http://schemas.microsoft.com/office/drawing/2014/main" id="{FDD20F1F-9017-F334-1620-F112CE4502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7" name="Cím 17">
            <a:extLst>
              <a:ext uri="{FF2B5EF4-FFF2-40B4-BE49-F238E27FC236}">
                <a16:creationId xmlns:a16="http://schemas.microsoft.com/office/drawing/2014/main" id="{19BFB192-397A-AA0B-2870-D040E28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896DBB9B-1ECB-0299-1339-0500B6628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07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19" name="Szöveg helye 3">
            <a:extLst>
              <a:ext uri="{FF2B5EF4-FFF2-40B4-BE49-F238E27FC236}">
                <a16:creationId xmlns:a16="http://schemas.microsoft.com/office/drawing/2014/main" id="{BAB5187F-8062-D401-7F88-B5218B157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9234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E2CA9CFB-5DA8-2FF8-1C46-3C043C607A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5998" y="4275970"/>
            <a:ext cx="310272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.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174B59BC-6054-CDD2-5FE8-1FAB394B56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907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2" name="Szöveg helye 3">
            <a:extLst>
              <a:ext uri="{FF2B5EF4-FFF2-40B4-BE49-F238E27FC236}">
                <a16:creationId xmlns:a16="http://schemas.microsoft.com/office/drawing/2014/main" id="{3FB1B145-4439-0B2D-7AD5-D7544FC1E0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35380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3" name="Szöveg helye 3">
            <a:extLst>
              <a:ext uri="{FF2B5EF4-FFF2-40B4-BE49-F238E27FC236}">
                <a16:creationId xmlns:a16="http://schemas.microsoft.com/office/drawing/2014/main" id="{54C5734F-E481-380A-C152-9CFF14B6C0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95999" y="3541287"/>
            <a:ext cx="3102729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04F71BE9-0F91-8296-7C1C-D43E62569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6" name="Szöveg helye 20">
            <a:extLst>
              <a:ext uri="{FF2B5EF4-FFF2-40B4-BE49-F238E27FC236}">
                <a16:creationId xmlns:a16="http://schemas.microsoft.com/office/drawing/2014/main" id="{4C36B203-5994-5C25-F28D-2941B92E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7" name="Szöveg helye 20">
            <a:extLst>
              <a:ext uri="{FF2B5EF4-FFF2-40B4-BE49-F238E27FC236}">
                <a16:creationId xmlns:a16="http://schemas.microsoft.com/office/drawing/2014/main" id="{01875F1E-CF26-4217-196F-CF2BCF4588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8" name="Kép helye 4">
            <a:extLst>
              <a:ext uri="{FF2B5EF4-FFF2-40B4-BE49-F238E27FC236}">
                <a16:creationId xmlns:a16="http://schemas.microsoft.com/office/drawing/2014/main" id="{F387843A-0C11-7FAB-298F-C957FA31859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364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Kép helye 4">
            <a:extLst>
              <a:ext uri="{FF2B5EF4-FFF2-40B4-BE49-F238E27FC236}">
                <a16:creationId xmlns:a16="http://schemas.microsoft.com/office/drawing/2014/main" id="{B05AA6E8-41F8-8118-0ADE-9F7C605B804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926525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10" name="Kép helye 4">
            <a:extLst>
              <a:ext uri="{FF2B5EF4-FFF2-40B4-BE49-F238E27FC236}">
                <a16:creationId xmlns:a16="http://schemas.microsoft.com/office/drawing/2014/main" id="{DC73CC22-03F4-C97D-08F3-18BE44DC55B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479622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11" name="Szöveg helye 20">
            <a:extLst>
              <a:ext uri="{FF2B5EF4-FFF2-40B4-BE49-F238E27FC236}">
                <a16:creationId xmlns:a16="http://schemas.microsoft.com/office/drawing/2014/main" id="{F9410153-B270-E9CE-DA89-D488860747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18224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4 text box and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Szöveg helye 3">
            <a:extLst>
              <a:ext uri="{FF2B5EF4-FFF2-40B4-BE49-F238E27FC236}">
                <a16:creationId xmlns:a16="http://schemas.microsoft.com/office/drawing/2014/main" id="{FDD20F1F-9017-F334-1620-F112CE4502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7" name="Cím 17">
            <a:extLst>
              <a:ext uri="{FF2B5EF4-FFF2-40B4-BE49-F238E27FC236}">
                <a16:creationId xmlns:a16="http://schemas.microsoft.com/office/drawing/2014/main" id="{19BFB192-397A-AA0B-2870-D040E28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896DBB9B-1ECB-0299-1339-0500B6628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07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174B59BC-6054-CDD2-5FE8-1FAB394B56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907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04F71BE9-0F91-8296-7C1C-D43E62569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6" name="Szöveg helye 20">
            <a:extLst>
              <a:ext uri="{FF2B5EF4-FFF2-40B4-BE49-F238E27FC236}">
                <a16:creationId xmlns:a16="http://schemas.microsoft.com/office/drawing/2014/main" id="{4C36B203-5994-5C25-F28D-2941B92E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7" name="Szöveg helye 20">
            <a:extLst>
              <a:ext uri="{FF2B5EF4-FFF2-40B4-BE49-F238E27FC236}">
                <a16:creationId xmlns:a16="http://schemas.microsoft.com/office/drawing/2014/main" id="{01875F1E-CF26-4217-196F-CF2BCF4588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Szöveg helye 3">
            <a:extLst>
              <a:ext uri="{FF2B5EF4-FFF2-40B4-BE49-F238E27FC236}">
                <a16:creationId xmlns:a16="http://schemas.microsoft.com/office/drawing/2014/main" id="{65DB2A7C-0C02-F536-9CCA-2686795EC2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8610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3" name="Szöveg helye 3">
            <a:extLst>
              <a:ext uri="{FF2B5EF4-FFF2-40B4-BE49-F238E27FC236}">
                <a16:creationId xmlns:a16="http://schemas.microsoft.com/office/drawing/2014/main" id="{79524834-3E07-C9BE-F38C-9FF77FABD9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08610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8" name="Szöveg helye 3">
            <a:extLst>
              <a:ext uri="{FF2B5EF4-FFF2-40B4-BE49-F238E27FC236}">
                <a16:creationId xmlns:a16="http://schemas.microsoft.com/office/drawing/2014/main" id="{1CF07758-DCFF-D9FB-4625-E0EA2C7AF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56313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FF0AD205-4603-B22C-BC0F-C05DAAD7C6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6313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11" name="Szöveg helye 3">
            <a:extLst>
              <a:ext uri="{FF2B5EF4-FFF2-40B4-BE49-F238E27FC236}">
                <a16:creationId xmlns:a16="http://schemas.microsoft.com/office/drawing/2014/main" id="{AA11C96F-D58A-AB55-B278-8AE7A073FA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4016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13" name="Szöveg helye 3">
            <a:extLst>
              <a:ext uri="{FF2B5EF4-FFF2-40B4-BE49-F238E27FC236}">
                <a16:creationId xmlns:a16="http://schemas.microsoft.com/office/drawing/2014/main" id="{3482F168-66D0-6AC2-0A2A-1EFADFCE0B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04016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8" name="Kép helye 4">
            <a:extLst>
              <a:ext uri="{FF2B5EF4-FFF2-40B4-BE49-F238E27FC236}">
                <a16:creationId xmlns:a16="http://schemas.microsoft.com/office/drawing/2014/main" id="{4B5312C3-B3BE-FD5A-3D46-5EA79BCC52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364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9" name="Kép helye 4">
            <a:extLst>
              <a:ext uri="{FF2B5EF4-FFF2-40B4-BE49-F238E27FC236}">
                <a16:creationId xmlns:a16="http://schemas.microsoft.com/office/drawing/2014/main" id="{4D6D479F-0AD1-F00B-101E-0DA4DB30C7A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95005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0" name="Kép helye 4">
            <a:extLst>
              <a:ext uri="{FF2B5EF4-FFF2-40B4-BE49-F238E27FC236}">
                <a16:creationId xmlns:a16="http://schemas.microsoft.com/office/drawing/2014/main" id="{C10EA69B-6464-6808-72A2-BCDD1C05063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29645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1" name="Kép helye 4">
            <a:extLst>
              <a:ext uri="{FF2B5EF4-FFF2-40B4-BE49-F238E27FC236}">
                <a16:creationId xmlns:a16="http://schemas.microsoft.com/office/drawing/2014/main" id="{DB1D9407-7740-09CA-E299-CF686DB94A8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890411" y="2787046"/>
            <a:ext cx="658539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2" name="Szöveg helye 20">
            <a:extLst>
              <a:ext uri="{FF2B5EF4-FFF2-40B4-BE49-F238E27FC236}">
                <a16:creationId xmlns:a16="http://schemas.microsoft.com/office/drawing/2014/main" id="{69A15927-9E3D-902A-05C0-A217DC1964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36550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4 text box and p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Szöveg helye 3">
            <a:extLst>
              <a:ext uri="{FF2B5EF4-FFF2-40B4-BE49-F238E27FC236}">
                <a16:creationId xmlns:a16="http://schemas.microsoft.com/office/drawing/2014/main" id="{FDD20F1F-9017-F334-1620-F112CE4502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7" name="Cím 17">
            <a:extLst>
              <a:ext uri="{FF2B5EF4-FFF2-40B4-BE49-F238E27FC236}">
                <a16:creationId xmlns:a16="http://schemas.microsoft.com/office/drawing/2014/main" id="{19BFB192-397A-AA0B-2870-D040E28B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18" name="Szöveg helye 3">
            <a:extLst>
              <a:ext uri="{FF2B5EF4-FFF2-40B4-BE49-F238E27FC236}">
                <a16:creationId xmlns:a16="http://schemas.microsoft.com/office/drawing/2014/main" id="{896DBB9B-1ECB-0299-1339-0500B6628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07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21" name="Szöveg helye 3">
            <a:extLst>
              <a:ext uri="{FF2B5EF4-FFF2-40B4-BE49-F238E27FC236}">
                <a16:creationId xmlns:a16="http://schemas.microsoft.com/office/drawing/2014/main" id="{174B59BC-6054-CDD2-5FE8-1FAB394B56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907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04F71BE9-0F91-8296-7C1C-D43E62569A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6" name="Szöveg helye 20">
            <a:extLst>
              <a:ext uri="{FF2B5EF4-FFF2-40B4-BE49-F238E27FC236}">
                <a16:creationId xmlns:a16="http://schemas.microsoft.com/office/drawing/2014/main" id="{4C36B203-5994-5C25-F28D-2941B92EC1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7" name="Szöveg helye 20">
            <a:extLst>
              <a:ext uri="{FF2B5EF4-FFF2-40B4-BE49-F238E27FC236}">
                <a16:creationId xmlns:a16="http://schemas.microsoft.com/office/drawing/2014/main" id="{01875F1E-CF26-4217-196F-CF2BCF4588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Szöveg helye 3">
            <a:extLst>
              <a:ext uri="{FF2B5EF4-FFF2-40B4-BE49-F238E27FC236}">
                <a16:creationId xmlns:a16="http://schemas.microsoft.com/office/drawing/2014/main" id="{65DB2A7C-0C02-F536-9CCA-2686795EC2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08610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3" name="Szöveg helye 3">
            <a:extLst>
              <a:ext uri="{FF2B5EF4-FFF2-40B4-BE49-F238E27FC236}">
                <a16:creationId xmlns:a16="http://schemas.microsoft.com/office/drawing/2014/main" id="{79524834-3E07-C9BE-F38C-9FF77FABD9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08610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8" name="Szöveg helye 3">
            <a:extLst>
              <a:ext uri="{FF2B5EF4-FFF2-40B4-BE49-F238E27FC236}">
                <a16:creationId xmlns:a16="http://schemas.microsoft.com/office/drawing/2014/main" id="{1CF07758-DCFF-D9FB-4625-E0EA2C7AF0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56313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9" name="Szöveg helye 3">
            <a:extLst>
              <a:ext uri="{FF2B5EF4-FFF2-40B4-BE49-F238E27FC236}">
                <a16:creationId xmlns:a16="http://schemas.microsoft.com/office/drawing/2014/main" id="{FF0AD205-4603-B22C-BC0F-C05DAAD7C6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56313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11" name="Szöveg helye 3">
            <a:extLst>
              <a:ext uri="{FF2B5EF4-FFF2-40B4-BE49-F238E27FC236}">
                <a16:creationId xmlns:a16="http://schemas.microsoft.com/office/drawing/2014/main" id="{AA11C96F-D58A-AB55-B278-8AE7A073FA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4016" y="4275970"/>
            <a:ext cx="2591299" cy="1586727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.</a:t>
            </a:r>
          </a:p>
        </p:txBody>
      </p:sp>
      <p:sp>
        <p:nvSpPr>
          <p:cNvPr id="13" name="Szöveg helye 3">
            <a:extLst>
              <a:ext uri="{FF2B5EF4-FFF2-40B4-BE49-F238E27FC236}">
                <a16:creationId xmlns:a16="http://schemas.microsoft.com/office/drawing/2014/main" id="{3482F168-66D0-6AC2-0A2A-1EFADFCE0B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04016" y="3541287"/>
            <a:ext cx="1716087" cy="60364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 b="0" i="0">
                <a:solidFill>
                  <a:srgbClr val="4E66AE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20" name="Kép helye 4">
            <a:extLst>
              <a:ext uri="{FF2B5EF4-FFF2-40B4-BE49-F238E27FC236}">
                <a16:creationId xmlns:a16="http://schemas.microsoft.com/office/drawing/2014/main" id="{C6B4B7B0-B0D6-6BB6-DEFB-D1EBE9BF871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60364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2" name="Kép helye 4">
            <a:extLst>
              <a:ext uri="{FF2B5EF4-FFF2-40B4-BE49-F238E27FC236}">
                <a16:creationId xmlns:a16="http://schemas.microsoft.com/office/drawing/2014/main" id="{89110A55-D472-B145-2D39-1A4DF2B89F8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168878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3" name="Kép helye 4">
            <a:extLst>
              <a:ext uri="{FF2B5EF4-FFF2-40B4-BE49-F238E27FC236}">
                <a16:creationId xmlns:a16="http://schemas.microsoft.com/office/drawing/2014/main" id="{F996F228-0704-DFDA-F728-0852603077A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029644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8" name="Kép helye 4">
            <a:extLst>
              <a:ext uri="{FF2B5EF4-FFF2-40B4-BE49-F238E27FC236}">
                <a16:creationId xmlns:a16="http://schemas.microsoft.com/office/drawing/2014/main" id="{84EC6C2E-E06D-2063-C191-7AAD82A9C49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851221" y="2787046"/>
            <a:ext cx="1716088" cy="64195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9" name="Szöveg helye 20">
            <a:extLst>
              <a:ext uri="{FF2B5EF4-FFF2-40B4-BE49-F238E27FC236}">
                <a16:creationId xmlns:a16="http://schemas.microsoft.com/office/drawing/2014/main" id="{E5B12C1E-A2BB-FF45-E906-DDD559D00B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11449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Lekerekített téglalap 13">
            <a:extLst>
              <a:ext uri="{FF2B5EF4-FFF2-40B4-BE49-F238E27FC236}">
                <a16:creationId xmlns:a16="http://schemas.microsoft.com/office/drawing/2014/main" id="{00C61D26-B560-77CD-9926-3D2C31EFBCE2}"/>
              </a:ext>
            </a:extLst>
          </p:cNvPr>
          <p:cNvSpPr/>
          <p:nvPr userDrawn="1"/>
        </p:nvSpPr>
        <p:spPr>
          <a:xfrm>
            <a:off x="458370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1B1E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Lekerekített téglalap 18">
            <a:extLst>
              <a:ext uri="{FF2B5EF4-FFF2-40B4-BE49-F238E27FC236}">
                <a16:creationId xmlns:a16="http://schemas.microsoft.com/office/drawing/2014/main" id="{2FC6F858-7B96-C31D-F94F-2017A6D7A220}"/>
              </a:ext>
            </a:extLst>
          </p:cNvPr>
          <p:cNvSpPr/>
          <p:nvPr userDrawn="1"/>
        </p:nvSpPr>
        <p:spPr>
          <a:xfrm>
            <a:off x="642255" y="3004457"/>
            <a:ext cx="697200" cy="69720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" name="Lekerekített téglalap 20">
            <a:extLst>
              <a:ext uri="{FF2B5EF4-FFF2-40B4-BE49-F238E27FC236}">
                <a16:creationId xmlns:a16="http://schemas.microsoft.com/office/drawing/2014/main" id="{EFA85DBD-D48A-310A-00C2-A28C6086BA51}"/>
              </a:ext>
            </a:extLst>
          </p:cNvPr>
          <p:cNvSpPr/>
          <p:nvPr userDrawn="1"/>
        </p:nvSpPr>
        <p:spPr>
          <a:xfrm>
            <a:off x="3200583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2739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Lekerekített téglalap 23">
            <a:extLst>
              <a:ext uri="{FF2B5EF4-FFF2-40B4-BE49-F238E27FC236}">
                <a16:creationId xmlns:a16="http://schemas.microsoft.com/office/drawing/2014/main" id="{D49780A6-9099-CABA-F83A-03586B478A95}"/>
              </a:ext>
            </a:extLst>
          </p:cNvPr>
          <p:cNvSpPr/>
          <p:nvPr userDrawn="1"/>
        </p:nvSpPr>
        <p:spPr>
          <a:xfrm>
            <a:off x="3384468" y="3004457"/>
            <a:ext cx="697200" cy="69720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04575C38-C1DE-3A7B-293D-55B9A19CA267}"/>
              </a:ext>
            </a:extLst>
          </p:cNvPr>
          <p:cNvSpPr/>
          <p:nvPr userDrawn="1"/>
        </p:nvSpPr>
        <p:spPr>
          <a:xfrm>
            <a:off x="5942796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4E66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Lekerekített téglalap 27">
            <a:extLst>
              <a:ext uri="{FF2B5EF4-FFF2-40B4-BE49-F238E27FC236}">
                <a16:creationId xmlns:a16="http://schemas.microsoft.com/office/drawing/2014/main" id="{025D47DA-FC7A-E994-366A-7CDDA9C9F3D4}"/>
              </a:ext>
            </a:extLst>
          </p:cNvPr>
          <p:cNvSpPr/>
          <p:nvPr userDrawn="1"/>
        </p:nvSpPr>
        <p:spPr>
          <a:xfrm>
            <a:off x="6126681" y="3004457"/>
            <a:ext cx="697200" cy="69720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Lekerekített téglalap 28">
            <a:extLst>
              <a:ext uri="{FF2B5EF4-FFF2-40B4-BE49-F238E27FC236}">
                <a16:creationId xmlns:a16="http://schemas.microsoft.com/office/drawing/2014/main" id="{616579C9-51A2-8AC8-7203-DE3AF2BDE291}"/>
              </a:ext>
            </a:extLst>
          </p:cNvPr>
          <p:cNvSpPr/>
          <p:nvPr userDrawn="1"/>
        </p:nvSpPr>
        <p:spPr>
          <a:xfrm>
            <a:off x="8685009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8794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Lekerekített téglalap 31">
            <a:extLst>
              <a:ext uri="{FF2B5EF4-FFF2-40B4-BE49-F238E27FC236}">
                <a16:creationId xmlns:a16="http://schemas.microsoft.com/office/drawing/2014/main" id="{A43061F2-3651-AF36-A4D7-BFDC555F3F0C}"/>
              </a:ext>
            </a:extLst>
          </p:cNvPr>
          <p:cNvSpPr/>
          <p:nvPr userDrawn="1"/>
        </p:nvSpPr>
        <p:spPr>
          <a:xfrm>
            <a:off x="8868894" y="3004457"/>
            <a:ext cx="697200" cy="697200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" name="Szöveg helye 3">
            <a:extLst>
              <a:ext uri="{FF2B5EF4-FFF2-40B4-BE49-F238E27FC236}">
                <a16:creationId xmlns:a16="http://schemas.microsoft.com/office/drawing/2014/main" id="{C57C7DAA-47BE-E8B6-E01E-CC3B0BAB68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35" name="Cím 17">
            <a:extLst>
              <a:ext uri="{FF2B5EF4-FFF2-40B4-BE49-F238E27FC236}">
                <a16:creationId xmlns:a16="http://schemas.microsoft.com/office/drawing/2014/main" id="{10467CF0-4CA9-79D6-AE7C-2B06E608C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6" name="Szöveg helye 3">
            <a:extLst>
              <a:ext uri="{FF2B5EF4-FFF2-40B4-BE49-F238E27FC236}">
                <a16:creationId xmlns:a16="http://schemas.microsoft.com/office/drawing/2014/main" id="{8F36A543-9224-32EF-06EB-FF0F7FDF9E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549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bg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7" name="Szöveg helye 3">
            <a:extLst>
              <a:ext uri="{FF2B5EF4-FFF2-40B4-BE49-F238E27FC236}">
                <a16:creationId xmlns:a16="http://schemas.microsoft.com/office/drawing/2014/main" id="{126E8CC2-A7AB-5C42-6499-BA569A428B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549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38" name="Szöveg helye 3">
            <a:extLst>
              <a:ext uri="{FF2B5EF4-FFF2-40B4-BE49-F238E27FC236}">
                <a16:creationId xmlns:a16="http://schemas.microsoft.com/office/drawing/2014/main" id="{461880E1-BEB5-42A0-7F4A-9D287E089F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749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bg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9" name="Szöveg helye 3">
            <a:extLst>
              <a:ext uri="{FF2B5EF4-FFF2-40B4-BE49-F238E27FC236}">
                <a16:creationId xmlns:a16="http://schemas.microsoft.com/office/drawing/2014/main" id="{EC5692DA-B7FE-BE4A-F34C-853A6FAE14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749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40" name="Szöveg helye 3">
            <a:extLst>
              <a:ext uri="{FF2B5EF4-FFF2-40B4-BE49-F238E27FC236}">
                <a16:creationId xmlns:a16="http://schemas.microsoft.com/office/drawing/2014/main" id="{B47C0DA3-361D-DDD8-7BBB-7BBCAE4370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42095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bg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41" name="Szöveg helye 3">
            <a:extLst>
              <a:ext uri="{FF2B5EF4-FFF2-40B4-BE49-F238E27FC236}">
                <a16:creationId xmlns:a16="http://schemas.microsoft.com/office/drawing/2014/main" id="{77683EBC-ABE9-A176-C609-BD7D3DBB7B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2095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42" name="Szöveg helye 3">
            <a:extLst>
              <a:ext uri="{FF2B5EF4-FFF2-40B4-BE49-F238E27FC236}">
                <a16:creationId xmlns:a16="http://schemas.microsoft.com/office/drawing/2014/main" id="{62574E72-B807-A0C4-4F9C-88684C1253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9150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bg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43" name="Szöveg helye 3">
            <a:extLst>
              <a:ext uri="{FF2B5EF4-FFF2-40B4-BE49-F238E27FC236}">
                <a16:creationId xmlns:a16="http://schemas.microsoft.com/office/drawing/2014/main" id="{2F95DB6C-6793-EF95-3AE4-AAA1B3AFC6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9150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45" name="Szöveg helye 20">
            <a:extLst>
              <a:ext uri="{FF2B5EF4-FFF2-40B4-BE49-F238E27FC236}">
                <a16:creationId xmlns:a16="http://schemas.microsoft.com/office/drawing/2014/main" id="{64071D92-FD2B-DA65-03AC-FFAAF95BDE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46" name="Szöveg helye 20">
            <a:extLst>
              <a:ext uri="{FF2B5EF4-FFF2-40B4-BE49-F238E27FC236}">
                <a16:creationId xmlns:a16="http://schemas.microsoft.com/office/drawing/2014/main" id="{D707AF70-53F5-A492-0A58-A652F4277A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47" name="Szöveg helye 20">
            <a:extLst>
              <a:ext uri="{FF2B5EF4-FFF2-40B4-BE49-F238E27FC236}">
                <a16:creationId xmlns:a16="http://schemas.microsoft.com/office/drawing/2014/main" id="{2AA88C51-6712-57CD-4448-70901EA6E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48" name="Szöveg helye 20">
            <a:extLst>
              <a:ext uri="{FF2B5EF4-FFF2-40B4-BE49-F238E27FC236}">
                <a16:creationId xmlns:a16="http://schemas.microsoft.com/office/drawing/2014/main" id="{449B9E5D-B76E-17DD-8D41-6F344CAD87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00615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4 box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4" name="Lekerekített téglalap 13">
            <a:extLst>
              <a:ext uri="{FF2B5EF4-FFF2-40B4-BE49-F238E27FC236}">
                <a16:creationId xmlns:a16="http://schemas.microsoft.com/office/drawing/2014/main" id="{00C61D26-B560-77CD-9926-3D2C31EFBCE2}"/>
              </a:ext>
            </a:extLst>
          </p:cNvPr>
          <p:cNvSpPr/>
          <p:nvPr userDrawn="1"/>
        </p:nvSpPr>
        <p:spPr>
          <a:xfrm>
            <a:off x="458370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9CD5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Lekerekített téglalap 18">
            <a:extLst>
              <a:ext uri="{FF2B5EF4-FFF2-40B4-BE49-F238E27FC236}">
                <a16:creationId xmlns:a16="http://schemas.microsoft.com/office/drawing/2014/main" id="{2FC6F858-7B96-C31D-F94F-2017A6D7A220}"/>
              </a:ext>
            </a:extLst>
          </p:cNvPr>
          <p:cNvSpPr/>
          <p:nvPr userDrawn="1"/>
        </p:nvSpPr>
        <p:spPr>
          <a:xfrm>
            <a:off x="642255" y="3004457"/>
            <a:ext cx="697200" cy="697200"/>
          </a:xfrm>
          <a:prstGeom prst="roundRect">
            <a:avLst/>
          </a:prstGeom>
          <a:solidFill>
            <a:srgbClr val="156E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" name="Lekerekített téglalap 20">
            <a:extLst>
              <a:ext uri="{FF2B5EF4-FFF2-40B4-BE49-F238E27FC236}">
                <a16:creationId xmlns:a16="http://schemas.microsoft.com/office/drawing/2014/main" id="{EFA85DBD-D48A-310A-00C2-A28C6086BA51}"/>
              </a:ext>
            </a:extLst>
          </p:cNvPr>
          <p:cNvSpPr/>
          <p:nvPr userDrawn="1"/>
        </p:nvSpPr>
        <p:spPr>
          <a:xfrm>
            <a:off x="3200583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F6CE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Lekerekített téglalap 23">
            <a:extLst>
              <a:ext uri="{FF2B5EF4-FFF2-40B4-BE49-F238E27FC236}">
                <a16:creationId xmlns:a16="http://schemas.microsoft.com/office/drawing/2014/main" id="{D49780A6-9099-CABA-F83A-03586B478A95}"/>
              </a:ext>
            </a:extLst>
          </p:cNvPr>
          <p:cNvSpPr/>
          <p:nvPr userDrawn="1"/>
        </p:nvSpPr>
        <p:spPr>
          <a:xfrm>
            <a:off x="3384468" y="3004457"/>
            <a:ext cx="697200" cy="697200"/>
          </a:xfrm>
          <a:prstGeom prst="roundRect">
            <a:avLst/>
          </a:prstGeom>
          <a:solidFill>
            <a:srgbClr val="F8A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04575C38-C1DE-3A7B-293D-55B9A19CA267}"/>
              </a:ext>
            </a:extLst>
          </p:cNvPr>
          <p:cNvSpPr/>
          <p:nvPr userDrawn="1"/>
        </p:nvSpPr>
        <p:spPr>
          <a:xfrm>
            <a:off x="5942796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B4E1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Lekerekített téglalap 27">
            <a:extLst>
              <a:ext uri="{FF2B5EF4-FFF2-40B4-BE49-F238E27FC236}">
                <a16:creationId xmlns:a16="http://schemas.microsoft.com/office/drawing/2014/main" id="{025D47DA-FC7A-E994-366A-7CDDA9C9F3D4}"/>
              </a:ext>
            </a:extLst>
          </p:cNvPr>
          <p:cNvSpPr/>
          <p:nvPr userDrawn="1"/>
        </p:nvSpPr>
        <p:spPr>
          <a:xfrm>
            <a:off x="6126681" y="3004457"/>
            <a:ext cx="697200" cy="697200"/>
          </a:xfrm>
          <a:prstGeom prst="roundRect">
            <a:avLst/>
          </a:prstGeom>
          <a:solidFill>
            <a:srgbClr val="48C2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Lekerekített téglalap 28">
            <a:extLst>
              <a:ext uri="{FF2B5EF4-FFF2-40B4-BE49-F238E27FC236}">
                <a16:creationId xmlns:a16="http://schemas.microsoft.com/office/drawing/2014/main" id="{616579C9-51A2-8AC8-7203-DE3AF2BDE291}"/>
              </a:ext>
            </a:extLst>
          </p:cNvPr>
          <p:cNvSpPr/>
          <p:nvPr userDrawn="1"/>
        </p:nvSpPr>
        <p:spPr>
          <a:xfrm>
            <a:off x="8685009" y="2851369"/>
            <a:ext cx="2569534" cy="3100252"/>
          </a:xfrm>
          <a:prstGeom prst="roundRect">
            <a:avLst>
              <a:gd name="adj" fmla="val 11924"/>
            </a:avLst>
          </a:prstGeom>
          <a:solidFill>
            <a:srgbClr val="FBE2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Lekerekített téglalap 31">
            <a:extLst>
              <a:ext uri="{FF2B5EF4-FFF2-40B4-BE49-F238E27FC236}">
                <a16:creationId xmlns:a16="http://schemas.microsoft.com/office/drawing/2014/main" id="{A43061F2-3651-AF36-A4D7-BFDC555F3F0C}"/>
              </a:ext>
            </a:extLst>
          </p:cNvPr>
          <p:cNvSpPr/>
          <p:nvPr userDrawn="1"/>
        </p:nvSpPr>
        <p:spPr>
          <a:xfrm>
            <a:off x="8868894" y="3004457"/>
            <a:ext cx="697200" cy="697200"/>
          </a:xfrm>
          <a:prstGeom prst="roundRect">
            <a:avLst/>
          </a:prstGeom>
          <a:solidFill>
            <a:srgbClr val="EDC0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" name="Szöveg helye 3">
            <a:extLst>
              <a:ext uri="{FF2B5EF4-FFF2-40B4-BE49-F238E27FC236}">
                <a16:creationId xmlns:a16="http://schemas.microsoft.com/office/drawing/2014/main" id="{AC74852D-199C-A9F3-BC67-6ABFCBD070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907" y="1534899"/>
            <a:ext cx="10893630" cy="978566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.</a:t>
            </a:r>
          </a:p>
        </p:txBody>
      </p:sp>
      <p:sp>
        <p:nvSpPr>
          <p:cNvPr id="13" name="Cím 17">
            <a:extLst>
              <a:ext uri="{FF2B5EF4-FFF2-40B4-BE49-F238E27FC236}">
                <a16:creationId xmlns:a16="http://schemas.microsoft.com/office/drawing/2014/main" id="{EB1D9EDC-5B5E-17AB-3940-11D86CB9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298FFBEC-944A-0CF2-DAEC-39E79C0D7C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549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tx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3" name="Szöveg helye 3">
            <a:extLst>
              <a:ext uri="{FF2B5EF4-FFF2-40B4-BE49-F238E27FC236}">
                <a16:creationId xmlns:a16="http://schemas.microsoft.com/office/drawing/2014/main" id="{E174E318-F3AB-E66F-6AFE-A5B86BF7C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549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accent4">
                    <a:lumMod val="7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34" name="Szöveg helye 3">
            <a:extLst>
              <a:ext uri="{FF2B5EF4-FFF2-40B4-BE49-F238E27FC236}">
                <a16:creationId xmlns:a16="http://schemas.microsoft.com/office/drawing/2014/main" id="{A6FBBBDD-E7EF-15A8-30B1-E90F14B35A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749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tx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5" name="Szöveg helye 3">
            <a:extLst>
              <a:ext uri="{FF2B5EF4-FFF2-40B4-BE49-F238E27FC236}">
                <a16:creationId xmlns:a16="http://schemas.microsoft.com/office/drawing/2014/main" id="{FA18B4A2-4A45-1772-D2B3-F291D4CC03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2749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accent5">
                    <a:lumMod val="7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36" name="Szöveg helye 3">
            <a:extLst>
              <a:ext uri="{FF2B5EF4-FFF2-40B4-BE49-F238E27FC236}">
                <a16:creationId xmlns:a16="http://schemas.microsoft.com/office/drawing/2014/main" id="{7FCB9F1C-B0C7-3D42-934E-16B2D3BB2F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42095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tx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7" name="Szöveg helye 3">
            <a:extLst>
              <a:ext uri="{FF2B5EF4-FFF2-40B4-BE49-F238E27FC236}">
                <a16:creationId xmlns:a16="http://schemas.microsoft.com/office/drawing/2014/main" id="{E8D6FC44-6053-04D0-A842-C1C1C9E5B8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42095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accent6">
                    <a:lumMod val="7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38" name="Szöveg helye 3">
            <a:extLst>
              <a:ext uri="{FF2B5EF4-FFF2-40B4-BE49-F238E27FC236}">
                <a16:creationId xmlns:a16="http://schemas.microsoft.com/office/drawing/2014/main" id="{D0D35368-92ED-6390-F61E-5EB987E4345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99150" y="4414663"/>
            <a:ext cx="2325913" cy="1338828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000" b="0" i="0">
                <a:solidFill>
                  <a:schemeClr val="tx1"/>
                </a:solidFill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.</a:t>
            </a:r>
          </a:p>
        </p:txBody>
      </p:sp>
      <p:sp>
        <p:nvSpPr>
          <p:cNvPr id="39" name="Szöveg helye 3">
            <a:extLst>
              <a:ext uri="{FF2B5EF4-FFF2-40B4-BE49-F238E27FC236}">
                <a16:creationId xmlns:a16="http://schemas.microsoft.com/office/drawing/2014/main" id="{BB692613-C765-C6B5-1779-3D43ABB932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9150" y="3859290"/>
            <a:ext cx="2325913" cy="426832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 b="0" i="0">
                <a:solidFill>
                  <a:schemeClr val="accent1">
                    <a:lumMod val="50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endParaRPr lang="hu-HU" dirty="0"/>
          </a:p>
        </p:txBody>
      </p:sp>
      <p:sp>
        <p:nvSpPr>
          <p:cNvPr id="41" name="Szöveg helye 20">
            <a:extLst>
              <a:ext uri="{FF2B5EF4-FFF2-40B4-BE49-F238E27FC236}">
                <a16:creationId xmlns:a16="http://schemas.microsoft.com/office/drawing/2014/main" id="{192093CB-8F1B-F0FA-244E-772EAD5E9A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42" name="Szöveg helye 20">
            <a:extLst>
              <a:ext uri="{FF2B5EF4-FFF2-40B4-BE49-F238E27FC236}">
                <a16:creationId xmlns:a16="http://schemas.microsoft.com/office/drawing/2014/main" id="{F1F79198-4163-2088-326A-92C85C02AA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43" name="Szöveg helye 20">
            <a:extLst>
              <a:ext uri="{FF2B5EF4-FFF2-40B4-BE49-F238E27FC236}">
                <a16:creationId xmlns:a16="http://schemas.microsoft.com/office/drawing/2014/main" id="{5F03BA99-A84B-5D31-1D8E-79C6895841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44" name="Szöveg helye 20">
            <a:extLst>
              <a:ext uri="{FF2B5EF4-FFF2-40B4-BE49-F238E27FC236}">
                <a16:creationId xmlns:a16="http://schemas.microsoft.com/office/drawing/2014/main" id="{681705C7-3A61-FCF3-51E8-D923B60ACB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14301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singl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211455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5" name="Kép helye 4">
            <a:extLst>
              <a:ext uri="{FF2B5EF4-FFF2-40B4-BE49-F238E27FC236}">
                <a16:creationId xmlns:a16="http://schemas.microsoft.com/office/drawing/2014/main" id="{AEB01C95-6A21-1C7F-C46D-DB78A1DE28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1958" y="1261318"/>
            <a:ext cx="4522337" cy="459345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zöveg helye 3">
            <a:extLst>
              <a:ext uri="{FF2B5EF4-FFF2-40B4-BE49-F238E27FC236}">
                <a16:creationId xmlns:a16="http://schemas.microsoft.com/office/drawing/2014/main" id="{A62B15FC-69A1-FF0E-0F86-7795CC543E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3221827"/>
            <a:ext cx="5892800" cy="2632941"/>
          </a:xfrm>
        </p:spPr>
        <p:txBody>
          <a:bodyPr>
            <a:normAutofit/>
          </a:bodyPr>
          <a:lstStyle>
            <a:lvl1pPr marL="0" indent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</a:p>
        </p:txBody>
      </p:sp>
      <p:sp>
        <p:nvSpPr>
          <p:cNvPr id="13" name="Cím 17">
            <a:extLst>
              <a:ext uri="{FF2B5EF4-FFF2-40B4-BE49-F238E27FC236}">
                <a16:creationId xmlns:a16="http://schemas.microsoft.com/office/drawing/2014/main" id="{92CDCA6C-FA31-0D21-BD7B-7B0B1DDB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4349213" cy="215970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3" name="Szöveg helye 20">
            <a:extLst>
              <a:ext uri="{FF2B5EF4-FFF2-40B4-BE49-F238E27FC236}">
                <a16:creationId xmlns:a16="http://schemas.microsoft.com/office/drawing/2014/main" id="{0942739B-0E9A-5273-10FE-53D11C7D2B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34" name="Szöveg helye 20">
            <a:extLst>
              <a:ext uri="{FF2B5EF4-FFF2-40B4-BE49-F238E27FC236}">
                <a16:creationId xmlns:a16="http://schemas.microsoft.com/office/drawing/2014/main" id="{057EE022-889F-6232-2E7C-69AEB19B39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35" name="Szöveg helye 20">
            <a:extLst>
              <a:ext uri="{FF2B5EF4-FFF2-40B4-BE49-F238E27FC236}">
                <a16:creationId xmlns:a16="http://schemas.microsoft.com/office/drawing/2014/main" id="{23E3CA10-13A1-525E-E120-F6CF842655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36" name="Szöveg helye 20">
            <a:extLst>
              <a:ext uri="{FF2B5EF4-FFF2-40B4-BE49-F238E27FC236}">
                <a16:creationId xmlns:a16="http://schemas.microsoft.com/office/drawing/2014/main" id="{88202249-A113-3A07-F561-9421B18453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1443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2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5" name="Kép helye 4">
            <a:extLst>
              <a:ext uri="{FF2B5EF4-FFF2-40B4-BE49-F238E27FC236}">
                <a16:creationId xmlns:a16="http://schemas.microsoft.com/office/drawing/2014/main" id="{AEB01C95-6A21-1C7F-C46D-DB78A1DE28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82691" y="1261318"/>
            <a:ext cx="2258292" cy="459345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1758950"/>
            <a:ext cx="5892800" cy="40958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6" name="Kép helye 4">
            <a:extLst>
              <a:ext uri="{FF2B5EF4-FFF2-40B4-BE49-F238E27FC236}">
                <a16:creationId xmlns:a16="http://schemas.microsoft.com/office/drawing/2014/main" id="{F0C9046C-EBEF-6C9F-A555-5FAFD4F94D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236" y="1261318"/>
            <a:ext cx="2258292" cy="459345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5" name="Szöveg helye 20">
            <a:extLst>
              <a:ext uri="{FF2B5EF4-FFF2-40B4-BE49-F238E27FC236}">
                <a16:creationId xmlns:a16="http://schemas.microsoft.com/office/drawing/2014/main" id="{CBB1E48F-C751-1DA8-2470-3F08562347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54086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2 p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5" name="Kép helye 4">
            <a:extLst>
              <a:ext uri="{FF2B5EF4-FFF2-40B4-BE49-F238E27FC236}">
                <a16:creationId xmlns:a16="http://schemas.microsoft.com/office/drawing/2014/main" id="{AEB01C95-6A21-1C7F-C46D-DB78A1DE28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82691" y="1358300"/>
            <a:ext cx="466912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1758950"/>
            <a:ext cx="5892800" cy="40958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82691" y="3685862"/>
            <a:ext cx="466912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Szöveg helye 20">
            <a:extLst>
              <a:ext uri="{FF2B5EF4-FFF2-40B4-BE49-F238E27FC236}">
                <a16:creationId xmlns:a16="http://schemas.microsoft.com/office/drawing/2014/main" id="{BA1C2F0F-F577-BBDE-D1AD-DFA2E1076F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3688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4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5" name="Kép helye 4">
            <a:extLst>
              <a:ext uri="{FF2B5EF4-FFF2-40B4-BE49-F238E27FC236}">
                <a16:creationId xmlns:a16="http://schemas.microsoft.com/office/drawing/2014/main" id="{AEB01C95-6A21-1C7F-C46D-DB78A1DE28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8111" y="1358300"/>
            <a:ext cx="223058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8" y="1758950"/>
            <a:ext cx="5892800" cy="409581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38111" y="3685862"/>
            <a:ext cx="223058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Kép helye 4">
            <a:extLst>
              <a:ext uri="{FF2B5EF4-FFF2-40B4-BE49-F238E27FC236}">
                <a16:creationId xmlns:a16="http://schemas.microsoft.com/office/drawing/2014/main" id="{0DBA27DB-48CA-53D8-68EC-9DAE7A78144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4945" y="1358300"/>
            <a:ext cx="223058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Kép helye 4">
            <a:extLst>
              <a:ext uri="{FF2B5EF4-FFF2-40B4-BE49-F238E27FC236}">
                <a16:creationId xmlns:a16="http://schemas.microsoft.com/office/drawing/2014/main" id="{E4DF49A0-3647-6EFA-E7D7-88F7A15389A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34945" y="3685862"/>
            <a:ext cx="2230582" cy="2185073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zöveg helye 20">
            <a:extLst>
              <a:ext uri="{FF2B5EF4-FFF2-40B4-BE49-F238E27FC236}">
                <a16:creationId xmlns:a16="http://schemas.microsoft.com/office/drawing/2014/main" id="{E2B81909-E64D-5DBA-64CE-38D66C431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92952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7" name="Kép helye 4">
            <a:extLst>
              <a:ext uri="{FF2B5EF4-FFF2-40B4-BE49-F238E27FC236}">
                <a16:creationId xmlns:a16="http://schemas.microsoft.com/office/drawing/2014/main" id="{F9CD9CC5-24C1-795F-2F71-9CCAC9682DF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1665027"/>
            <a:ext cx="11243892" cy="41640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8" name="Szöveg helye 20">
            <a:extLst>
              <a:ext uri="{FF2B5EF4-FFF2-40B4-BE49-F238E27FC236}">
                <a16:creationId xmlns:a16="http://schemas.microsoft.com/office/drawing/2014/main" id="{0272985C-FADC-297C-B4FC-CA655D8446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9770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p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1089314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9163607" cy="1229148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2258291"/>
            <a:ext cx="11243892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Szöveg helye 20">
            <a:extLst>
              <a:ext uri="{FF2B5EF4-FFF2-40B4-BE49-F238E27FC236}">
                <a16:creationId xmlns:a16="http://schemas.microsoft.com/office/drawing/2014/main" id="{8398567C-6723-CCA7-812B-5832613BDB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56860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and 2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1089314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9163607" cy="1229148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2258291"/>
            <a:ext cx="5475504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Kép helye 4">
            <a:extLst>
              <a:ext uri="{FF2B5EF4-FFF2-40B4-BE49-F238E27FC236}">
                <a16:creationId xmlns:a16="http://schemas.microsoft.com/office/drawing/2014/main" id="{8B0ABEF2-94EB-67C8-0002-59281ED9D35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38742" y="2258291"/>
            <a:ext cx="5475504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zöveg helye 20">
            <a:extLst>
              <a:ext uri="{FF2B5EF4-FFF2-40B4-BE49-F238E27FC236}">
                <a16:creationId xmlns:a16="http://schemas.microsoft.com/office/drawing/2014/main" id="{E0D354DC-0CD7-16D6-5E6C-F28AE3CFDB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1172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and 3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1089314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9163607" cy="1229148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2258291"/>
            <a:ext cx="3619407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Kép helye 4">
            <a:extLst>
              <a:ext uri="{FF2B5EF4-FFF2-40B4-BE49-F238E27FC236}">
                <a16:creationId xmlns:a16="http://schemas.microsoft.com/office/drawing/2014/main" id="{143B0335-A92B-F7F7-332D-6ABE435E96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78600" y="2258291"/>
            <a:ext cx="3619407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Kép helye 4">
            <a:extLst>
              <a:ext uri="{FF2B5EF4-FFF2-40B4-BE49-F238E27FC236}">
                <a16:creationId xmlns:a16="http://schemas.microsoft.com/office/drawing/2014/main" id="{94CC9D4E-1282-794F-13B7-20F09D3D32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36870" y="2258291"/>
            <a:ext cx="3619407" cy="357080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zöveg helye 20">
            <a:extLst>
              <a:ext uri="{FF2B5EF4-FFF2-40B4-BE49-F238E27FC236}">
                <a16:creationId xmlns:a16="http://schemas.microsoft.com/office/drawing/2014/main" id="{552A33CB-4092-A0AA-D8D0-C584CD5A63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107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and 6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1089314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9163607" cy="1229148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D68EF671-DF14-02D8-AFF3-82D4DE82D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2258291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Kép helye 4">
            <a:extLst>
              <a:ext uri="{FF2B5EF4-FFF2-40B4-BE49-F238E27FC236}">
                <a16:creationId xmlns:a16="http://schemas.microsoft.com/office/drawing/2014/main" id="{143B0335-A92B-F7F7-332D-6ABE435E96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78600" y="2258291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Kép helye 4">
            <a:extLst>
              <a:ext uri="{FF2B5EF4-FFF2-40B4-BE49-F238E27FC236}">
                <a16:creationId xmlns:a16="http://schemas.microsoft.com/office/drawing/2014/main" id="{94CC9D4E-1282-794F-13B7-20F09D3D32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36870" y="2258291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Kép helye 4">
            <a:extLst>
              <a:ext uri="{FF2B5EF4-FFF2-40B4-BE49-F238E27FC236}">
                <a16:creationId xmlns:a16="http://schemas.microsoft.com/office/drawing/2014/main" id="{3DBEB5D5-1192-CA82-E0B6-3BFF9E1A1A7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0330" y="4128034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Kép helye 4">
            <a:extLst>
              <a:ext uri="{FF2B5EF4-FFF2-40B4-BE49-F238E27FC236}">
                <a16:creationId xmlns:a16="http://schemas.microsoft.com/office/drawing/2014/main" id="{DE26DE5B-6711-42FD-6D7A-536226002A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78600" y="4128034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Kép helye 4">
            <a:extLst>
              <a:ext uri="{FF2B5EF4-FFF2-40B4-BE49-F238E27FC236}">
                <a16:creationId xmlns:a16="http://schemas.microsoft.com/office/drawing/2014/main" id="{4103E5B4-8CFE-94C1-2964-21B845B326C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936870" y="4128034"/>
            <a:ext cx="3619407" cy="1699560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8" name="Szöveg helye 20">
            <a:extLst>
              <a:ext uri="{FF2B5EF4-FFF2-40B4-BE49-F238E27FC236}">
                <a16:creationId xmlns:a16="http://schemas.microsoft.com/office/drawing/2014/main" id="{6F0DAFA4-69F8-0D5A-D69D-BD9E2BBDA26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40023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and single pic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16821" cy="82047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.</a:t>
            </a:r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8" name="Diagram helye 7">
            <a:extLst>
              <a:ext uri="{FF2B5EF4-FFF2-40B4-BE49-F238E27FC236}">
                <a16:creationId xmlns:a16="http://schemas.microsoft.com/office/drawing/2014/main" id="{7439FECA-B9CA-60D1-D511-EAD2BF829173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21424" y="2894013"/>
            <a:ext cx="11230826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9" name="Szöveg helye 20">
            <a:extLst>
              <a:ext uri="{FF2B5EF4-FFF2-40B4-BE49-F238E27FC236}">
                <a16:creationId xmlns:a16="http://schemas.microsoft.com/office/drawing/2014/main" id="{94775264-26C8-758B-F57C-97B257F968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393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3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16821" cy="82047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.</a:t>
            </a:r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8" name="Diagram helye 7">
            <a:extLst>
              <a:ext uri="{FF2B5EF4-FFF2-40B4-BE49-F238E27FC236}">
                <a16:creationId xmlns:a16="http://schemas.microsoft.com/office/drawing/2014/main" id="{7439FECA-B9CA-60D1-D511-EAD2BF829173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21424" y="2894013"/>
            <a:ext cx="3480411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2" name="Diagram helye 7">
            <a:extLst>
              <a:ext uri="{FF2B5EF4-FFF2-40B4-BE49-F238E27FC236}">
                <a16:creationId xmlns:a16="http://schemas.microsoft.com/office/drawing/2014/main" id="{08FA66B5-77AD-2322-10C5-4A79184F10FD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4249310" y="2894013"/>
            <a:ext cx="3480411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3" name="Diagram helye 7">
            <a:extLst>
              <a:ext uri="{FF2B5EF4-FFF2-40B4-BE49-F238E27FC236}">
                <a16:creationId xmlns:a16="http://schemas.microsoft.com/office/drawing/2014/main" id="{CAD0C7BC-61DA-2082-7045-DD4FBA403BD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8077196" y="2894013"/>
            <a:ext cx="3480411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5" name="Szöveg helye 20">
            <a:extLst>
              <a:ext uri="{FF2B5EF4-FFF2-40B4-BE49-F238E27FC236}">
                <a16:creationId xmlns:a16="http://schemas.microsoft.com/office/drawing/2014/main" id="{3418BEDD-678D-D0DD-061C-821359182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63212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text 4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35132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9E0B4A29-99B5-51D9-F2CD-ECD14E3FCB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16821" cy="82047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.</a:t>
            </a:r>
          </a:p>
        </p:txBody>
      </p:sp>
      <p:sp>
        <p:nvSpPr>
          <p:cNvPr id="20" name="Cím 17">
            <a:extLst>
              <a:ext uri="{FF2B5EF4-FFF2-40B4-BE49-F238E27FC236}">
                <a16:creationId xmlns:a16="http://schemas.microsoft.com/office/drawing/2014/main" id="{039AE117-AA34-D2CB-478B-58047A0A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6" y="627361"/>
            <a:ext cx="7376370" cy="633957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BDEEA7BC-0D62-808D-033D-EA1F6606E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7D50CCB6-73FE-3E7F-C4C3-2088A1443B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1FD951CA-038C-94CC-6841-9FF78C0BFF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8" name="Diagram helye 7">
            <a:extLst>
              <a:ext uri="{FF2B5EF4-FFF2-40B4-BE49-F238E27FC236}">
                <a16:creationId xmlns:a16="http://schemas.microsoft.com/office/drawing/2014/main" id="{7439FECA-B9CA-60D1-D511-EAD2BF829173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21425" y="2894013"/>
            <a:ext cx="2583032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5" name="Diagram helye 7">
            <a:extLst>
              <a:ext uri="{FF2B5EF4-FFF2-40B4-BE49-F238E27FC236}">
                <a16:creationId xmlns:a16="http://schemas.microsoft.com/office/drawing/2014/main" id="{B01DC013-32B8-3CF6-9E49-95C1F2EDC9B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95254" y="2894013"/>
            <a:ext cx="2583032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6" name="Diagram helye 7">
            <a:extLst>
              <a:ext uri="{FF2B5EF4-FFF2-40B4-BE49-F238E27FC236}">
                <a16:creationId xmlns:a16="http://schemas.microsoft.com/office/drawing/2014/main" id="{0E6412FA-7EB8-DBF6-1E30-A637CA7EFA3E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69082" y="2894013"/>
            <a:ext cx="2583032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7" name="Diagram helye 7">
            <a:extLst>
              <a:ext uri="{FF2B5EF4-FFF2-40B4-BE49-F238E27FC236}">
                <a16:creationId xmlns:a16="http://schemas.microsoft.com/office/drawing/2014/main" id="{3254BC92-8B00-8FFB-B18D-347308DB2A9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9042911" y="2894013"/>
            <a:ext cx="2583032" cy="30019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hu-HU" dirty="0"/>
          </a:p>
        </p:txBody>
      </p:sp>
      <p:sp>
        <p:nvSpPr>
          <p:cNvPr id="9" name="Szöveg helye 20">
            <a:extLst>
              <a:ext uri="{FF2B5EF4-FFF2-40B4-BE49-F238E27FC236}">
                <a16:creationId xmlns:a16="http://schemas.microsoft.com/office/drawing/2014/main" id="{36230169-52D7-AB00-44D0-31A51A79D3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374412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long text 3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9" name="Cím 17">
            <a:extLst>
              <a:ext uri="{FF2B5EF4-FFF2-40B4-BE49-F238E27FC236}">
                <a16:creationId xmlns:a16="http://schemas.microsoft.com/office/drawing/2014/main" id="{03D03606-56F6-6DC2-DCCE-E5402FB3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5" y="627362"/>
            <a:ext cx="8969631" cy="594360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6C74905A-FA39-2EA0-6785-87A2F80EB2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29299" cy="277386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F55649A1-83C4-FB37-684C-FC75E4CB1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D102535B-267B-2CAF-8984-3EDA0F1D2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9D1DABBC-2AFB-CFBE-9EAE-ED47A0DE9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96EBF0CD-4958-DB83-4FA6-B33741EC14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0" y="4767943"/>
            <a:ext cx="3619407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3" name="Kép helye 4">
            <a:extLst>
              <a:ext uri="{FF2B5EF4-FFF2-40B4-BE49-F238E27FC236}">
                <a16:creationId xmlns:a16="http://schemas.microsoft.com/office/drawing/2014/main" id="{7FA15692-C8A4-0B6B-847F-99059546B0C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78600" y="4767943"/>
            <a:ext cx="3619407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Kép helye 4">
            <a:extLst>
              <a:ext uri="{FF2B5EF4-FFF2-40B4-BE49-F238E27FC236}">
                <a16:creationId xmlns:a16="http://schemas.microsoft.com/office/drawing/2014/main" id="{33BF1EE4-1A75-04A6-5256-99AB83D22D4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36870" y="4767943"/>
            <a:ext cx="3619407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Szöveg helye 20">
            <a:extLst>
              <a:ext uri="{FF2B5EF4-FFF2-40B4-BE49-F238E27FC236}">
                <a16:creationId xmlns:a16="http://schemas.microsoft.com/office/drawing/2014/main" id="{CA118495-3DD3-85FF-D7FF-638FAF2676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66881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 long text 5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9" name="Cím 17">
            <a:extLst>
              <a:ext uri="{FF2B5EF4-FFF2-40B4-BE49-F238E27FC236}">
                <a16:creationId xmlns:a16="http://schemas.microsoft.com/office/drawing/2014/main" id="{03D03606-56F6-6DC2-DCCE-E5402FB3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5" y="627362"/>
            <a:ext cx="8969631" cy="594360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0" name="Szöveg helye 3">
            <a:extLst>
              <a:ext uri="{FF2B5EF4-FFF2-40B4-BE49-F238E27FC236}">
                <a16:creationId xmlns:a16="http://schemas.microsoft.com/office/drawing/2014/main" id="{6C74905A-FA39-2EA0-6785-87A2F80EB2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987" y="1758950"/>
            <a:ext cx="11129299" cy="277386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Poppins Light" pitchFamily="2" charset="0"/>
                <a:cs typeface="Poppins Light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cons </a:t>
            </a:r>
            <a:r>
              <a:rPr lang="hu-HU" dirty="0" err="1"/>
              <a:t>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Lorem</a:t>
            </a:r>
            <a:r>
              <a:rPr lang="hu-HU" dirty="0"/>
              <a:t> </a:t>
            </a:r>
            <a:r>
              <a:rPr lang="hu-HU" dirty="0" err="1"/>
              <a:t>ipsum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</a:t>
            </a:r>
            <a:r>
              <a:rPr lang="hu-HU" dirty="0" err="1"/>
              <a:t>sit</a:t>
            </a:r>
            <a:r>
              <a:rPr lang="hu-HU" dirty="0"/>
              <a:t> </a:t>
            </a:r>
            <a:r>
              <a:rPr lang="hu-HU" dirty="0" err="1"/>
              <a:t>amet</a:t>
            </a:r>
            <a:r>
              <a:rPr lang="hu-HU" dirty="0"/>
              <a:t>, </a:t>
            </a:r>
            <a:r>
              <a:rPr lang="hu-HU" dirty="0" err="1"/>
              <a:t>consectetuer</a:t>
            </a:r>
            <a:r>
              <a:rPr lang="hu-HU" dirty="0"/>
              <a:t> </a:t>
            </a:r>
            <a:r>
              <a:rPr lang="hu-HU" dirty="0" err="1"/>
              <a:t>adipiscing</a:t>
            </a:r>
            <a:r>
              <a:rPr lang="hu-HU" dirty="0"/>
              <a:t> elit, </a:t>
            </a:r>
            <a:r>
              <a:rPr lang="hu-HU" dirty="0" err="1"/>
              <a:t>sed</a:t>
            </a:r>
            <a:r>
              <a:rPr lang="hu-HU" dirty="0"/>
              <a:t> </a:t>
            </a:r>
            <a:r>
              <a:rPr lang="hu-HU" dirty="0" err="1"/>
              <a:t>diam</a:t>
            </a:r>
            <a:r>
              <a:rPr lang="hu-HU" dirty="0"/>
              <a:t> </a:t>
            </a:r>
            <a:r>
              <a:rPr lang="hu-HU" dirty="0" err="1"/>
              <a:t>nonummy</a:t>
            </a:r>
            <a:r>
              <a:rPr lang="hu-HU" dirty="0"/>
              <a:t> </a:t>
            </a:r>
            <a:r>
              <a:rPr lang="hu-HU" dirty="0" err="1"/>
              <a:t>nibh</a:t>
            </a:r>
            <a:r>
              <a:rPr lang="hu-HU" dirty="0"/>
              <a:t> </a:t>
            </a:r>
            <a:r>
              <a:rPr lang="hu-HU" dirty="0" err="1"/>
              <a:t>euismod</a:t>
            </a:r>
            <a:r>
              <a:rPr lang="hu-HU" dirty="0"/>
              <a:t> </a:t>
            </a:r>
            <a:r>
              <a:rPr lang="hu-HU" dirty="0" err="1"/>
              <a:t>tincidunt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laoreet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magna</a:t>
            </a:r>
            <a:r>
              <a:rPr lang="hu-HU" dirty="0"/>
              <a:t> </a:t>
            </a:r>
            <a:r>
              <a:rPr lang="hu-HU" dirty="0" err="1"/>
              <a:t>aliquam</a:t>
            </a:r>
            <a:r>
              <a:rPr lang="hu-HU" dirty="0"/>
              <a:t> </a:t>
            </a:r>
            <a:r>
              <a:rPr lang="hu-HU" dirty="0" err="1"/>
              <a:t>erat</a:t>
            </a:r>
            <a:r>
              <a:rPr lang="hu-HU" dirty="0"/>
              <a:t> </a:t>
            </a:r>
            <a:r>
              <a:rPr lang="hu-HU" dirty="0" err="1"/>
              <a:t>volutpat</a:t>
            </a:r>
            <a:r>
              <a:rPr lang="hu-HU" dirty="0"/>
              <a:t>. 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wisi</a:t>
            </a:r>
            <a:r>
              <a:rPr lang="hu-HU" dirty="0"/>
              <a:t> </a:t>
            </a:r>
            <a:r>
              <a:rPr lang="hu-HU" dirty="0" err="1"/>
              <a:t>enim</a:t>
            </a:r>
            <a:r>
              <a:rPr lang="hu-HU" dirty="0"/>
              <a:t> ad minim </a:t>
            </a:r>
            <a:r>
              <a:rPr lang="hu-HU" dirty="0" err="1"/>
              <a:t>veniam</a:t>
            </a:r>
            <a:r>
              <a:rPr lang="hu-HU" dirty="0"/>
              <a:t>, </a:t>
            </a:r>
            <a:r>
              <a:rPr lang="hu-HU" dirty="0" err="1"/>
              <a:t>quis</a:t>
            </a:r>
            <a:r>
              <a:rPr lang="hu-HU" dirty="0"/>
              <a:t> </a:t>
            </a:r>
            <a:r>
              <a:rPr lang="hu-HU" dirty="0" err="1"/>
              <a:t>nostrud</a:t>
            </a:r>
            <a:r>
              <a:rPr lang="hu-HU" dirty="0"/>
              <a:t> </a:t>
            </a:r>
            <a:r>
              <a:rPr lang="hu-HU" dirty="0" err="1"/>
              <a:t>exerci</a:t>
            </a:r>
            <a:r>
              <a:rPr lang="hu-HU" dirty="0"/>
              <a:t> tation </a:t>
            </a:r>
            <a:r>
              <a:rPr lang="hu-HU" dirty="0" err="1"/>
              <a:t>ullamcorper</a:t>
            </a:r>
            <a:r>
              <a:rPr lang="hu-HU" dirty="0"/>
              <a:t> </a:t>
            </a:r>
            <a:r>
              <a:rPr lang="hu-HU" dirty="0" err="1"/>
              <a:t>suscipit</a:t>
            </a:r>
            <a:r>
              <a:rPr lang="hu-HU" dirty="0"/>
              <a:t> </a:t>
            </a:r>
            <a:r>
              <a:rPr lang="hu-HU" dirty="0" err="1"/>
              <a:t>lobortis</a:t>
            </a:r>
            <a:r>
              <a:rPr lang="hu-HU" dirty="0"/>
              <a:t> </a:t>
            </a:r>
            <a:r>
              <a:rPr lang="hu-HU" dirty="0" err="1"/>
              <a:t>nisl</a:t>
            </a:r>
            <a:r>
              <a:rPr lang="hu-HU" dirty="0"/>
              <a:t> </a:t>
            </a:r>
            <a:r>
              <a:rPr lang="hu-HU" dirty="0" err="1"/>
              <a:t>ut</a:t>
            </a:r>
            <a:r>
              <a:rPr lang="hu-HU" dirty="0"/>
              <a:t> </a:t>
            </a:r>
            <a:r>
              <a:rPr lang="hu-HU" dirty="0" err="1"/>
              <a:t>aliquip</a:t>
            </a:r>
            <a:r>
              <a:rPr lang="hu-HU" dirty="0"/>
              <a:t> ex </a:t>
            </a:r>
            <a:r>
              <a:rPr lang="hu-HU" dirty="0" err="1"/>
              <a:t>ea</a:t>
            </a:r>
            <a:r>
              <a:rPr lang="hu-HU" dirty="0"/>
              <a:t> </a:t>
            </a:r>
            <a:r>
              <a:rPr lang="hu-HU" dirty="0" err="1"/>
              <a:t>commodo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.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autem</a:t>
            </a:r>
            <a:r>
              <a:rPr lang="hu-HU" dirty="0"/>
              <a:t> vel </a:t>
            </a:r>
            <a:r>
              <a:rPr lang="hu-HU" dirty="0" err="1"/>
              <a:t>eum</a:t>
            </a:r>
            <a:r>
              <a:rPr lang="hu-HU" dirty="0"/>
              <a:t> </a:t>
            </a:r>
            <a:r>
              <a:rPr lang="hu-HU" dirty="0" err="1"/>
              <a:t>iriure</a:t>
            </a:r>
            <a:r>
              <a:rPr lang="hu-HU" dirty="0"/>
              <a:t> </a:t>
            </a:r>
            <a:r>
              <a:rPr lang="hu-HU" dirty="0" err="1"/>
              <a:t>dolor</a:t>
            </a:r>
            <a:r>
              <a:rPr lang="hu-HU" dirty="0"/>
              <a:t> in </a:t>
            </a:r>
            <a:r>
              <a:rPr lang="hu-HU" dirty="0" err="1"/>
              <a:t>hendrerit</a:t>
            </a:r>
            <a:r>
              <a:rPr lang="hu-HU" dirty="0"/>
              <a:t> in </a:t>
            </a:r>
            <a:r>
              <a:rPr lang="hu-HU" dirty="0" err="1"/>
              <a:t>vulputate</a:t>
            </a:r>
            <a:r>
              <a:rPr lang="hu-HU" dirty="0"/>
              <a:t> </a:t>
            </a:r>
            <a:r>
              <a:rPr lang="hu-HU" dirty="0" err="1"/>
              <a:t>velit</a:t>
            </a:r>
            <a:r>
              <a:rPr lang="hu-HU" dirty="0"/>
              <a:t> esse </a:t>
            </a:r>
            <a:r>
              <a:rPr lang="hu-HU" dirty="0" err="1"/>
              <a:t>molestie</a:t>
            </a:r>
            <a:r>
              <a:rPr lang="hu-HU" dirty="0"/>
              <a:t> </a:t>
            </a:r>
            <a:r>
              <a:rPr lang="hu-HU" dirty="0" err="1"/>
              <a:t>consequat</a:t>
            </a:r>
            <a:r>
              <a:rPr lang="hu-HU" dirty="0"/>
              <a:t>, vel </a:t>
            </a:r>
            <a:r>
              <a:rPr lang="hu-HU" dirty="0" err="1"/>
              <a:t>illum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</a:t>
            </a:r>
            <a:r>
              <a:rPr lang="hu-HU" dirty="0" err="1"/>
              <a:t>eu</a:t>
            </a:r>
            <a:r>
              <a:rPr lang="hu-HU" dirty="0"/>
              <a:t> </a:t>
            </a:r>
            <a:r>
              <a:rPr lang="hu-HU" dirty="0" err="1"/>
              <a:t>feugiat</a:t>
            </a:r>
            <a:r>
              <a:rPr lang="hu-HU" dirty="0"/>
              <a:t> nulla </a:t>
            </a:r>
            <a:r>
              <a:rPr lang="hu-HU" dirty="0" err="1"/>
              <a:t>facilisis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vero</a:t>
            </a:r>
            <a:r>
              <a:rPr lang="hu-HU" dirty="0"/>
              <a:t> </a:t>
            </a:r>
            <a:r>
              <a:rPr lang="hu-HU" dirty="0" err="1"/>
              <a:t>eros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accumsan</a:t>
            </a:r>
            <a:r>
              <a:rPr lang="hu-HU" dirty="0"/>
              <a:t> </a:t>
            </a:r>
            <a:r>
              <a:rPr lang="hu-HU" dirty="0" err="1"/>
              <a:t>et</a:t>
            </a:r>
            <a:r>
              <a:rPr lang="hu-HU" dirty="0"/>
              <a:t> </a:t>
            </a:r>
            <a:r>
              <a:rPr lang="hu-HU" dirty="0" err="1"/>
              <a:t>iusto</a:t>
            </a:r>
            <a:r>
              <a:rPr lang="hu-HU" dirty="0"/>
              <a:t> </a:t>
            </a:r>
            <a:r>
              <a:rPr lang="hu-HU" dirty="0" err="1"/>
              <a:t>odio</a:t>
            </a:r>
            <a:r>
              <a:rPr lang="hu-HU" dirty="0"/>
              <a:t> </a:t>
            </a:r>
            <a:r>
              <a:rPr lang="hu-HU" dirty="0" err="1"/>
              <a:t>dignissim</a:t>
            </a:r>
            <a:r>
              <a:rPr lang="hu-HU" dirty="0"/>
              <a:t> </a:t>
            </a:r>
            <a:r>
              <a:rPr lang="hu-HU" dirty="0" err="1"/>
              <a:t>qui</a:t>
            </a:r>
            <a:r>
              <a:rPr lang="hu-HU" dirty="0"/>
              <a:t> </a:t>
            </a:r>
            <a:r>
              <a:rPr lang="hu-HU" dirty="0" err="1"/>
              <a:t>blandit</a:t>
            </a:r>
            <a:r>
              <a:rPr lang="hu-HU" dirty="0"/>
              <a:t> </a:t>
            </a:r>
            <a:r>
              <a:rPr lang="hu-HU" dirty="0" err="1"/>
              <a:t>praesent</a:t>
            </a:r>
            <a:r>
              <a:rPr lang="hu-HU" dirty="0"/>
              <a:t> </a:t>
            </a:r>
            <a:r>
              <a:rPr lang="hu-HU" dirty="0" err="1"/>
              <a:t>luptatum</a:t>
            </a:r>
            <a:r>
              <a:rPr lang="hu-HU" dirty="0"/>
              <a:t> </a:t>
            </a:r>
            <a:r>
              <a:rPr lang="hu-HU" dirty="0" err="1"/>
              <a:t>zzril</a:t>
            </a:r>
            <a:r>
              <a:rPr lang="hu-HU" dirty="0"/>
              <a:t> </a:t>
            </a:r>
            <a:r>
              <a:rPr lang="hu-HU" dirty="0" err="1"/>
              <a:t>delenit</a:t>
            </a:r>
            <a:r>
              <a:rPr lang="hu-HU" dirty="0"/>
              <a:t> </a:t>
            </a:r>
            <a:r>
              <a:rPr lang="hu-HU" dirty="0" err="1"/>
              <a:t>augue</a:t>
            </a:r>
            <a:r>
              <a:rPr lang="hu-HU" dirty="0"/>
              <a:t> </a:t>
            </a:r>
            <a:r>
              <a:rPr lang="hu-HU" dirty="0" err="1"/>
              <a:t>duis</a:t>
            </a:r>
            <a:r>
              <a:rPr lang="hu-HU" dirty="0"/>
              <a:t> </a:t>
            </a:r>
            <a:r>
              <a:rPr lang="hu-HU" dirty="0" err="1"/>
              <a:t>dolore</a:t>
            </a:r>
            <a:r>
              <a:rPr lang="hu-HU" dirty="0"/>
              <a:t> te </a:t>
            </a:r>
            <a:r>
              <a:rPr lang="hu-HU" dirty="0" err="1"/>
              <a:t>feugait</a:t>
            </a:r>
            <a:r>
              <a:rPr lang="hu-HU" dirty="0"/>
              <a:t> nulla </a:t>
            </a:r>
            <a:r>
              <a:rPr lang="hu-HU" dirty="0" err="1"/>
              <a:t>facilisi</a:t>
            </a:r>
            <a:r>
              <a:rPr lang="hu-HU" dirty="0"/>
              <a:t>.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F55649A1-83C4-FB37-684C-FC75E4CB1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D102535B-267B-2CAF-8984-3EDA0F1D2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9D1DABBC-2AFB-CFBE-9EAE-ED47A0DE9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2" name="Kép helye 4">
            <a:extLst>
              <a:ext uri="{FF2B5EF4-FFF2-40B4-BE49-F238E27FC236}">
                <a16:creationId xmlns:a16="http://schemas.microsoft.com/office/drawing/2014/main" id="{96EBF0CD-4958-DB83-4FA6-B33741EC14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0331" y="4767943"/>
            <a:ext cx="2139990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Kép helye 4">
            <a:extLst>
              <a:ext uri="{FF2B5EF4-FFF2-40B4-BE49-F238E27FC236}">
                <a16:creationId xmlns:a16="http://schemas.microsoft.com/office/drawing/2014/main" id="{D7297092-3AAC-6BAF-015B-6CA8CA8CC2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6322" y="4767943"/>
            <a:ext cx="2139990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Kép helye 4">
            <a:extLst>
              <a:ext uri="{FF2B5EF4-FFF2-40B4-BE49-F238E27FC236}">
                <a16:creationId xmlns:a16="http://schemas.microsoft.com/office/drawing/2014/main" id="{229628DE-04D0-5F86-9530-F42FB5E2AF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72313" y="4767943"/>
            <a:ext cx="2139990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Kép helye 4">
            <a:extLst>
              <a:ext uri="{FF2B5EF4-FFF2-40B4-BE49-F238E27FC236}">
                <a16:creationId xmlns:a16="http://schemas.microsoft.com/office/drawing/2014/main" id="{FC76AEFE-CD26-C2BD-274F-CA6FB804887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48304" y="4767943"/>
            <a:ext cx="2139990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8" name="Kép helye 4">
            <a:extLst>
              <a:ext uri="{FF2B5EF4-FFF2-40B4-BE49-F238E27FC236}">
                <a16:creationId xmlns:a16="http://schemas.microsoft.com/office/drawing/2014/main" id="{41EBA596-F527-CA59-72D8-D2171C2C41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524296" y="4767943"/>
            <a:ext cx="2139990" cy="1175464"/>
          </a:xfrm>
          <a:prstGeom prst="roundRect">
            <a:avLst>
              <a:gd name="adj" fmla="val 13910"/>
            </a:avLst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Szöveg helye 20">
            <a:extLst>
              <a:ext uri="{FF2B5EF4-FFF2-40B4-BE49-F238E27FC236}">
                <a16:creationId xmlns:a16="http://schemas.microsoft.com/office/drawing/2014/main" id="{3119D793-579C-D49E-9CD3-E42F91C577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87249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9" name="Cím 17">
            <a:extLst>
              <a:ext uri="{FF2B5EF4-FFF2-40B4-BE49-F238E27FC236}">
                <a16:creationId xmlns:a16="http://schemas.microsoft.com/office/drawing/2014/main" id="{03D03606-56F6-6DC2-DCCE-E5402FB3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825" y="627362"/>
            <a:ext cx="8969631" cy="594360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F55649A1-83C4-FB37-684C-FC75E4CB1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D102535B-267B-2CAF-8984-3EDA0F1D2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9D1DABBC-2AFB-CFBE-9EAE-ED47A0DE9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D0CD2083-C2B0-282B-8B05-B5A4243C8F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4988" y="1671638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11" name="Szöveg helye 9">
            <a:extLst>
              <a:ext uri="{FF2B5EF4-FFF2-40B4-BE49-F238E27FC236}">
                <a16:creationId xmlns:a16="http://schemas.microsoft.com/office/drawing/2014/main" id="{317C33E1-7E82-6F90-E6B7-B8CD1AC8AD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58393" y="1671638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13" name="Szöveg helye 9">
            <a:extLst>
              <a:ext uri="{FF2B5EF4-FFF2-40B4-BE49-F238E27FC236}">
                <a16:creationId xmlns:a16="http://schemas.microsoft.com/office/drawing/2014/main" id="{933B9914-BFD8-4085-47B6-F4C64CDD2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87877" y="1671638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14" name="Szöveg helye 9">
            <a:extLst>
              <a:ext uri="{FF2B5EF4-FFF2-40B4-BE49-F238E27FC236}">
                <a16:creationId xmlns:a16="http://schemas.microsoft.com/office/drawing/2014/main" id="{E6368D19-4627-DBC3-A901-3FF3880E6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4988" y="2115775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16" name="Szöveg helye 9">
            <a:extLst>
              <a:ext uri="{FF2B5EF4-FFF2-40B4-BE49-F238E27FC236}">
                <a16:creationId xmlns:a16="http://schemas.microsoft.com/office/drawing/2014/main" id="{CD362411-19EB-1D7F-66BD-12B0D76EEB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58393" y="2115775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17" name="Szöveg helye 9">
            <a:extLst>
              <a:ext uri="{FF2B5EF4-FFF2-40B4-BE49-F238E27FC236}">
                <a16:creationId xmlns:a16="http://schemas.microsoft.com/office/drawing/2014/main" id="{00E3F878-B11A-1133-B015-9A25DB6B87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87877" y="2115775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18" name="Szöveg helye 9">
            <a:extLst>
              <a:ext uri="{FF2B5EF4-FFF2-40B4-BE49-F238E27FC236}">
                <a16:creationId xmlns:a16="http://schemas.microsoft.com/office/drawing/2014/main" id="{F9D980B3-AAA4-1501-AC6F-A32D9ADFE5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4988" y="2559912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25" name="Szöveg helye 9">
            <a:extLst>
              <a:ext uri="{FF2B5EF4-FFF2-40B4-BE49-F238E27FC236}">
                <a16:creationId xmlns:a16="http://schemas.microsoft.com/office/drawing/2014/main" id="{D32DE557-B24D-3C39-9056-B3FAC112B5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8393" y="2559912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26" name="Szöveg helye 9">
            <a:extLst>
              <a:ext uri="{FF2B5EF4-FFF2-40B4-BE49-F238E27FC236}">
                <a16:creationId xmlns:a16="http://schemas.microsoft.com/office/drawing/2014/main" id="{0CFD2177-517F-DD0A-473F-CE55E60E84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87877" y="2559912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27" name="Szöveg helye 9">
            <a:extLst>
              <a:ext uri="{FF2B5EF4-FFF2-40B4-BE49-F238E27FC236}">
                <a16:creationId xmlns:a16="http://schemas.microsoft.com/office/drawing/2014/main" id="{9B00F247-19C8-1372-5BC3-7F0FA497BA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988" y="3004050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28" name="Szöveg helye 9">
            <a:extLst>
              <a:ext uri="{FF2B5EF4-FFF2-40B4-BE49-F238E27FC236}">
                <a16:creationId xmlns:a16="http://schemas.microsoft.com/office/drawing/2014/main" id="{1D554679-D68D-0272-2ED4-6CCE5E7FEBA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8393" y="3004050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29" name="Szöveg helye 9">
            <a:extLst>
              <a:ext uri="{FF2B5EF4-FFF2-40B4-BE49-F238E27FC236}">
                <a16:creationId xmlns:a16="http://schemas.microsoft.com/office/drawing/2014/main" id="{2CC279F9-A92E-F853-5027-5C66CD8C6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87877" y="3004050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30" name="Szöveg helye 9">
            <a:extLst>
              <a:ext uri="{FF2B5EF4-FFF2-40B4-BE49-F238E27FC236}">
                <a16:creationId xmlns:a16="http://schemas.microsoft.com/office/drawing/2014/main" id="{9B31408E-9386-129C-B5FD-26824B43CF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4988" y="3448187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31" name="Szöveg helye 9">
            <a:extLst>
              <a:ext uri="{FF2B5EF4-FFF2-40B4-BE49-F238E27FC236}">
                <a16:creationId xmlns:a16="http://schemas.microsoft.com/office/drawing/2014/main" id="{9367FCE8-1795-0E32-2C0C-8FC57CD263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58393" y="3448187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32" name="Szöveg helye 9">
            <a:extLst>
              <a:ext uri="{FF2B5EF4-FFF2-40B4-BE49-F238E27FC236}">
                <a16:creationId xmlns:a16="http://schemas.microsoft.com/office/drawing/2014/main" id="{C3E746C3-34CC-F039-66F0-0A447EF985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87877" y="3448187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36" name="Szöveg helye 9">
            <a:extLst>
              <a:ext uri="{FF2B5EF4-FFF2-40B4-BE49-F238E27FC236}">
                <a16:creationId xmlns:a16="http://schemas.microsoft.com/office/drawing/2014/main" id="{F632629D-73F4-C80F-23C9-BE5C62E96F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988" y="3892324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37" name="Szöveg helye 9">
            <a:extLst>
              <a:ext uri="{FF2B5EF4-FFF2-40B4-BE49-F238E27FC236}">
                <a16:creationId xmlns:a16="http://schemas.microsoft.com/office/drawing/2014/main" id="{FAB90725-89E6-1E24-3387-ECE2CCA433F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58393" y="3892324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38" name="Szöveg helye 9">
            <a:extLst>
              <a:ext uri="{FF2B5EF4-FFF2-40B4-BE49-F238E27FC236}">
                <a16:creationId xmlns:a16="http://schemas.microsoft.com/office/drawing/2014/main" id="{91785C16-2CCA-2A52-7450-3935BCC897D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87877" y="3892324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39" name="Szöveg helye 9">
            <a:extLst>
              <a:ext uri="{FF2B5EF4-FFF2-40B4-BE49-F238E27FC236}">
                <a16:creationId xmlns:a16="http://schemas.microsoft.com/office/drawing/2014/main" id="{9637C105-6C1A-41D1-E72B-3FE4BF8C7C8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4988" y="4336462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40" name="Szöveg helye 9">
            <a:extLst>
              <a:ext uri="{FF2B5EF4-FFF2-40B4-BE49-F238E27FC236}">
                <a16:creationId xmlns:a16="http://schemas.microsoft.com/office/drawing/2014/main" id="{BE21AB16-2552-FEE0-E8A8-CB68DDFCAC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8393" y="4336462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41" name="Szöveg helye 9">
            <a:extLst>
              <a:ext uri="{FF2B5EF4-FFF2-40B4-BE49-F238E27FC236}">
                <a16:creationId xmlns:a16="http://schemas.microsoft.com/office/drawing/2014/main" id="{A43B437F-80E7-0E3B-F3D9-49E990DD4A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7877" y="4336462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42" name="Szöveg helye 9">
            <a:extLst>
              <a:ext uri="{FF2B5EF4-FFF2-40B4-BE49-F238E27FC236}">
                <a16:creationId xmlns:a16="http://schemas.microsoft.com/office/drawing/2014/main" id="{EAEDFB35-508F-5849-2029-D5379961F50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4988" y="4780599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43" name="Szöveg helye 9">
            <a:extLst>
              <a:ext uri="{FF2B5EF4-FFF2-40B4-BE49-F238E27FC236}">
                <a16:creationId xmlns:a16="http://schemas.microsoft.com/office/drawing/2014/main" id="{4A3B41F6-C29D-3A1F-7B62-07438B4C37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8393" y="4780599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44" name="Szöveg helye 9">
            <a:extLst>
              <a:ext uri="{FF2B5EF4-FFF2-40B4-BE49-F238E27FC236}">
                <a16:creationId xmlns:a16="http://schemas.microsoft.com/office/drawing/2014/main" id="{4444B9B1-C072-E425-3122-6819F53526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7877" y="4780599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45" name="Szöveg helye 9">
            <a:extLst>
              <a:ext uri="{FF2B5EF4-FFF2-40B4-BE49-F238E27FC236}">
                <a16:creationId xmlns:a16="http://schemas.microsoft.com/office/drawing/2014/main" id="{6AEB4A92-A7CA-8ED0-74DD-D0F07D7CD8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4988" y="5224736"/>
            <a:ext cx="705984" cy="2635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/>
              <a:t>01</a:t>
            </a:r>
          </a:p>
        </p:txBody>
      </p:sp>
      <p:sp>
        <p:nvSpPr>
          <p:cNvPr id="46" name="Szöveg helye 9">
            <a:extLst>
              <a:ext uri="{FF2B5EF4-FFF2-40B4-BE49-F238E27FC236}">
                <a16:creationId xmlns:a16="http://schemas.microsoft.com/office/drawing/2014/main" id="{645FF8C1-9108-46E8-3797-E7EE6489F2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8393" y="5224736"/>
            <a:ext cx="8012063" cy="26352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Poppins Light" pitchFamily="2" charset="0"/>
                <a:cs typeface="Poppins Light" pitchFamily="2" charset="0"/>
              </a:defRPr>
            </a:lvl1pPr>
          </a:lstStyle>
          <a:p>
            <a:pPr lvl="0"/>
            <a:r>
              <a:rPr lang="hu-HU" dirty="0" err="1"/>
              <a:t>Title</a:t>
            </a:r>
            <a:r>
              <a:rPr lang="hu-HU" dirty="0"/>
              <a:t> of </a:t>
            </a:r>
            <a:r>
              <a:rPr lang="hu-HU" dirty="0" err="1"/>
              <a:t>current</a:t>
            </a:r>
            <a:r>
              <a:rPr lang="hu-HU" dirty="0"/>
              <a:t> agenda</a:t>
            </a:r>
          </a:p>
        </p:txBody>
      </p:sp>
      <p:sp>
        <p:nvSpPr>
          <p:cNvPr id="47" name="Szöveg helye 9">
            <a:extLst>
              <a:ext uri="{FF2B5EF4-FFF2-40B4-BE49-F238E27FC236}">
                <a16:creationId xmlns:a16="http://schemas.microsoft.com/office/drawing/2014/main" id="{7C328A62-13D0-D4F7-5E7A-D50360D513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87877" y="5224736"/>
            <a:ext cx="1563936" cy="263525"/>
          </a:xfrm>
        </p:spPr>
        <p:txBody>
          <a:bodyPr>
            <a:noAutofit/>
          </a:bodyPr>
          <a:lstStyle>
            <a:lvl1pPr marL="0" indent="0" algn="r">
              <a:buNone/>
              <a:defRPr sz="1400" b="0" i="0"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hu-HU" dirty="0" err="1"/>
              <a:t>date</a:t>
            </a:r>
            <a:endParaRPr lang="hu-HU" dirty="0"/>
          </a:p>
        </p:txBody>
      </p:sp>
      <p:sp>
        <p:nvSpPr>
          <p:cNvPr id="50" name="Szöveg helye 20">
            <a:extLst>
              <a:ext uri="{FF2B5EF4-FFF2-40B4-BE49-F238E27FC236}">
                <a16:creationId xmlns:a16="http://schemas.microsoft.com/office/drawing/2014/main" id="{7B4259FA-765A-1C88-DD8E-3AFBFC1874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  <p:cxnSp>
        <p:nvCxnSpPr>
          <p:cNvPr id="52" name="Egyenes összekötő 51">
            <a:extLst>
              <a:ext uri="{FF2B5EF4-FFF2-40B4-BE49-F238E27FC236}">
                <a16:creationId xmlns:a16="http://schemas.microsoft.com/office/drawing/2014/main" id="{E49D1A8A-58DC-56BD-49B5-75F425B48F88}"/>
              </a:ext>
            </a:extLst>
          </p:cNvPr>
          <p:cNvCxnSpPr/>
          <p:nvPr userDrawn="1"/>
        </p:nvCxnSpPr>
        <p:spPr>
          <a:xfrm>
            <a:off x="534572" y="2022882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gyenes összekötő 52">
            <a:extLst>
              <a:ext uri="{FF2B5EF4-FFF2-40B4-BE49-F238E27FC236}">
                <a16:creationId xmlns:a16="http://schemas.microsoft.com/office/drawing/2014/main" id="{E695D92D-2310-EB00-DBFD-54867848C2DA}"/>
              </a:ext>
            </a:extLst>
          </p:cNvPr>
          <p:cNvCxnSpPr/>
          <p:nvPr userDrawn="1"/>
        </p:nvCxnSpPr>
        <p:spPr>
          <a:xfrm>
            <a:off x="534572" y="2465568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gyenes összekötő 53">
            <a:extLst>
              <a:ext uri="{FF2B5EF4-FFF2-40B4-BE49-F238E27FC236}">
                <a16:creationId xmlns:a16="http://schemas.microsoft.com/office/drawing/2014/main" id="{968B9D9F-104D-9B21-7235-53EB5009485E}"/>
              </a:ext>
            </a:extLst>
          </p:cNvPr>
          <p:cNvCxnSpPr/>
          <p:nvPr userDrawn="1"/>
        </p:nvCxnSpPr>
        <p:spPr>
          <a:xfrm>
            <a:off x="534572" y="2908254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gyenes összekötő 54">
            <a:extLst>
              <a:ext uri="{FF2B5EF4-FFF2-40B4-BE49-F238E27FC236}">
                <a16:creationId xmlns:a16="http://schemas.microsoft.com/office/drawing/2014/main" id="{0C79D2EE-652F-60F7-1DC3-2B20C2A0DA8F}"/>
              </a:ext>
            </a:extLst>
          </p:cNvPr>
          <p:cNvCxnSpPr/>
          <p:nvPr userDrawn="1"/>
        </p:nvCxnSpPr>
        <p:spPr>
          <a:xfrm>
            <a:off x="534572" y="3350940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gyenes összekötő 55">
            <a:extLst>
              <a:ext uri="{FF2B5EF4-FFF2-40B4-BE49-F238E27FC236}">
                <a16:creationId xmlns:a16="http://schemas.microsoft.com/office/drawing/2014/main" id="{4EBC3F1C-999C-0CAE-79D8-230DE301AEBA}"/>
              </a:ext>
            </a:extLst>
          </p:cNvPr>
          <p:cNvCxnSpPr/>
          <p:nvPr userDrawn="1"/>
        </p:nvCxnSpPr>
        <p:spPr>
          <a:xfrm>
            <a:off x="534572" y="3793626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gyenes összekötő 56">
            <a:extLst>
              <a:ext uri="{FF2B5EF4-FFF2-40B4-BE49-F238E27FC236}">
                <a16:creationId xmlns:a16="http://schemas.microsoft.com/office/drawing/2014/main" id="{1A585815-4EC6-4662-BB1A-F926F7BD1F0C}"/>
              </a:ext>
            </a:extLst>
          </p:cNvPr>
          <p:cNvCxnSpPr/>
          <p:nvPr userDrawn="1"/>
        </p:nvCxnSpPr>
        <p:spPr>
          <a:xfrm>
            <a:off x="534572" y="4236312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gyenes összekötő 57">
            <a:extLst>
              <a:ext uri="{FF2B5EF4-FFF2-40B4-BE49-F238E27FC236}">
                <a16:creationId xmlns:a16="http://schemas.microsoft.com/office/drawing/2014/main" id="{E4AC591F-B169-1842-A98D-EE43E6C96C8E}"/>
              </a:ext>
            </a:extLst>
          </p:cNvPr>
          <p:cNvCxnSpPr/>
          <p:nvPr userDrawn="1"/>
        </p:nvCxnSpPr>
        <p:spPr>
          <a:xfrm>
            <a:off x="534572" y="4678998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gyenes összekötő 58">
            <a:extLst>
              <a:ext uri="{FF2B5EF4-FFF2-40B4-BE49-F238E27FC236}">
                <a16:creationId xmlns:a16="http://schemas.microsoft.com/office/drawing/2014/main" id="{D3E71F78-8A60-38A4-A859-DE98159A619F}"/>
              </a:ext>
            </a:extLst>
          </p:cNvPr>
          <p:cNvCxnSpPr/>
          <p:nvPr userDrawn="1"/>
        </p:nvCxnSpPr>
        <p:spPr>
          <a:xfrm>
            <a:off x="534572" y="5121684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8331F968-797D-AE00-53EB-4AAE7B41D45B}"/>
              </a:ext>
            </a:extLst>
          </p:cNvPr>
          <p:cNvCxnSpPr/>
          <p:nvPr userDrawn="1"/>
        </p:nvCxnSpPr>
        <p:spPr>
          <a:xfrm>
            <a:off x="534572" y="5564367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gyenes összekötő 60">
            <a:extLst>
              <a:ext uri="{FF2B5EF4-FFF2-40B4-BE49-F238E27FC236}">
                <a16:creationId xmlns:a16="http://schemas.microsoft.com/office/drawing/2014/main" id="{DFC8D6E2-5388-75C7-BE19-65A2CD26198A}"/>
              </a:ext>
            </a:extLst>
          </p:cNvPr>
          <p:cNvCxnSpPr/>
          <p:nvPr userDrawn="1"/>
        </p:nvCxnSpPr>
        <p:spPr>
          <a:xfrm>
            <a:off x="534572" y="1580196"/>
            <a:ext cx="11129723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400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4BC55449-1CE2-FE7A-C479-ABEA73C10F6F}"/>
              </a:ext>
            </a:extLst>
          </p:cNvPr>
          <p:cNvCxnSpPr>
            <a:cxnSpLocks/>
          </p:cNvCxnSpPr>
          <p:nvPr userDrawn="1"/>
        </p:nvCxnSpPr>
        <p:spPr>
          <a:xfrm>
            <a:off x="534572" y="628650"/>
            <a:ext cx="0" cy="594360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Ábra 14">
            <a:extLst>
              <a:ext uri="{FF2B5EF4-FFF2-40B4-BE49-F238E27FC236}">
                <a16:creationId xmlns:a16="http://schemas.microsoft.com/office/drawing/2014/main" id="{B21975ED-6C72-DE4D-7CC8-C7C7088ABA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7844" y="628650"/>
            <a:ext cx="1586451" cy="232410"/>
          </a:xfrm>
          <a:prstGeom prst="rect">
            <a:avLst/>
          </a:prstGeom>
        </p:spPr>
      </p:pic>
      <p:sp>
        <p:nvSpPr>
          <p:cNvPr id="19" name="Cím 17">
            <a:extLst>
              <a:ext uri="{FF2B5EF4-FFF2-40B4-BE49-F238E27FC236}">
                <a16:creationId xmlns:a16="http://schemas.microsoft.com/office/drawing/2014/main" id="{03D03606-56F6-6DC2-DCCE-E5402FB34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825" y="627362"/>
            <a:ext cx="8969631" cy="594360"/>
          </a:xfrm>
        </p:spPr>
        <p:txBody>
          <a:bodyPr anchor="t" anchorCtr="0">
            <a:normAutofit/>
          </a:bodyPr>
          <a:lstStyle>
            <a:lvl1pPr>
              <a:defRPr sz="5000">
                <a:solidFill>
                  <a:srgbClr val="1B1E52"/>
                </a:solidFill>
              </a:defRPr>
            </a:lvl1pPr>
          </a:lstStyle>
          <a:p>
            <a:r>
              <a:rPr lang="hu-HU" dirty="0" err="1"/>
              <a:t>Timeline</a:t>
            </a:r>
            <a:endParaRPr lang="hu-HU" dirty="0"/>
          </a:p>
        </p:txBody>
      </p:sp>
      <p:sp>
        <p:nvSpPr>
          <p:cNvPr id="22" name="Szöveg helye 20">
            <a:extLst>
              <a:ext uri="{FF2B5EF4-FFF2-40B4-BE49-F238E27FC236}">
                <a16:creationId xmlns:a16="http://schemas.microsoft.com/office/drawing/2014/main" id="{F55649A1-83C4-FB37-684C-FC75E4CB1E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6229350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23" name="Szöveg helye 20">
            <a:extLst>
              <a:ext uri="{FF2B5EF4-FFF2-40B4-BE49-F238E27FC236}">
                <a16:creationId xmlns:a16="http://schemas.microsoft.com/office/drawing/2014/main" id="{D102535B-267B-2CAF-8984-3EDA0F1D21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1708" y="6229349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24" name="Szöveg helye 20">
            <a:extLst>
              <a:ext uri="{FF2B5EF4-FFF2-40B4-BE49-F238E27FC236}">
                <a16:creationId xmlns:a16="http://schemas.microsoft.com/office/drawing/2014/main" id="{9D1DABBC-2AFB-CFBE-9EAE-ED47A0DE90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03527" y="6229349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rgbClr val="1B1E52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A0961BEB-0978-78F9-58A4-AF18B83B3458}"/>
              </a:ext>
            </a:extLst>
          </p:cNvPr>
          <p:cNvCxnSpPr>
            <a:cxnSpLocks/>
          </p:cNvCxnSpPr>
          <p:nvPr userDrawn="1"/>
        </p:nvCxnSpPr>
        <p:spPr>
          <a:xfrm>
            <a:off x="2731744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A62EB649-27D4-C8D8-3F4D-BDCB5E006405}"/>
              </a:ext>
            </a:extLst>
          </p:cNvPr>
          <p:cNvCxnSpPr>
            <a:cxnSpLocks/>
          </p:cNvCxnSpPr>
          <p:nvPr userDrawn="1"/>
        </p:nvCxnSpPr>
        <p:spPr>
          <a:xfrm>
            <a:off x="3830330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982DB2C-0C5B-E227-A05D-29FA913B2DBA}"/>
              </a:ext>
            </a:extLst>
          </p:cNvPr>
          <p:cNvCxnSpPr>
            <a:cxnSpLocks/>
          </p:cNvCxnSpPr>
          <p:nvPr userDrawn="1"/>
        </p:nvCxnSpPr>
        <p:spPr>
          <a:xfrm>
            <a:off x="4928916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F800C8D7-7F0F-64E6-9A1B-5A9A1D4CE004}"/>
              </a:ext>
            </a:extLst>
          </p:cNvPr>
          <p:cNvCxnSpPr>
            <a:cxnSpLocks/>
          </p:cNvCxnSpPr>
          <p:nvPr userDrawn="1"/>
        </p:nvCxnSpPr>
        <p:spPr>
          <a:xfrm>
            <a:off x="6027502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1AF71596-FC57-A208-ABBE-4D38F1FB236E}"/>
              </a:ext>
            </a:extLst>
          </p:cNvPr>
          <p:cNvCxnSpPr>
            <a:cxnSpLocks/>
          </p:cNvCxnSpPr>
          <p:nvPr userDrawn="1"/>
        </p:nvCxnSpPr>
        <p:spPr>
          <a:xfrm>
            <a:off x="7126088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1EF63551-30DF-BD21-9DF4-1764134E96F6}"/>
              </a:ext>
            </a:extLst>
          </p:cNvPr>
          <p:cNvCxnSpPr>
            <a:cxnSpLocks/>
          </p:cNvCxnSpPr>
          <p:nvPr userDrawn="1"/>
        </p:nvCxnSpPr>
        <p:spPr>
          <a:xfrm>
            <a:off x="8224674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58CFE081-1822-04AD-7A72-6385780747C6}"/>
              </a:ext>
            </a:extLst>
          </p:cNvPr>
          <p:cNvCxnSpPr>
            <a:cxnSpLocks/>
          </p:cNvCxnSpPr>
          <p:nvPr userDrawn="1"/>
        </p:nvCxnSpPr>
        <p:spPr>
          <a:xfrm>
            <a:off x="9323260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>
            <a:extLst>
              <a:ext uri="{FF2B5EF4-FFF2-40B4-BE49-F238E27FC236}">
                <a16:creationId xmlns:a16="http://schemas.microsoft.com/office/drawing/2014/main" id="{CBBFF165-9ED8-396A-C9F9-28A26E7B788E}"/>
              </a:ext>
            </a:extLst>
          </p:cNvPr>
          <p:cNvCxnSpPr>
            <a:cxnSpLocks/>
          </p:cNvCxnSpPr>
          <p:nvPr userDrawn="1"/>
        </p:nvCxnSpPr>
        <p:spPr>
          <a:xfrm>
            <a:off x="10421846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47">
            <a:extLst>
              <a:ext uri="{FF2B5EF4-FFF2-40B4-BE49-F238E27FC236}">
                <a16:creationId xmlns:a16="http://schemas.microsoft.com/office/drawing/2014/main" id="{3887EDA5-8342-A8FF-8EA1-936B46A08455}"/>
              </a:ext>
            </a:extLst>
          </p:cNvPr>
          <p:cNvCxnSpPr>
            <a:cxnSpLocks/>
          </p:cNvCxnSpPr>
          <p:nvPr userDrawn="1"/>
        </p:nvCxnSpPr>
        <p:spPr>
          <a:xfrm>
            <a:off x="11520435" y="1763486"/>
            <a:ext cx="0" cy="32134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zöveg helye 49">
            <a:extLst>
              <a:ext uri="{FF2B5EF4-FFF2-40B4-BE49-F238E27FC236}">
                <a16:creationId xmlns:a16="http://schemas.microsoft.com/office/drawing/2014/main" id="{E4104070-AD6F-9B51-8694-21A9043ED1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94658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3" name="Szöveg helye 49">
            <a:extLst>
              <a:ext uri="{FF2B5EF4-FFF2-40B4-BE49-F238E27FC236}">
                <a16:creationId xmlns:a16="http://schemas.microsoft.com/office/drawing/2014/main" id="{5A99FF13-36B9-ACD2-7C20-30D4857466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91938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4" name="Szöveg helye 49">
            <a:extLst>
              <a:ext uri="{FF2B5EF4-FFF2-40B4-BE49-F238E27FC236}">
                <a16:creationId xmlns:a16="http://schemas.microsoft.com/office/drawing/2014/main" id="{16E34568-E7B4-5149-0D8C-FB1D596DE5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02281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5" name="Szöveg helye 49">
            <a:extLst>
              <a:ext uri="{FF2B5EF4-FFF2-40B4-BE49-F238E27FC236}">
                <a16:creationId xmlns:a16="http://schemas.microsoft.com/office/drawing/2014/main" id="{B476C06E-EE5C-0418-1873-641A0C7AB2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86499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6" name="Szöveg helye 49">
            <a:extLst>
              <a:ext uri="{FF2B5EF4-FFF2-40B4-BE49-F238E27FC236}">
                <a16:creationId xmlns:a16="http://schemas.microsoft.com/office/drawing/2014/main" id="{1D6A47F6-5DFB-BCC7-D49E-97B524A4C5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83779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7" name="Szöveg helye 49">
            <a:extLst>
              <a:ext uri="{FF2B5EF4-FFF2-40B4-BE49-F238E27FC236}">
                <a16:creationId xmlns:a16="http://schemas.microsoft.com/office/drawing/2014/main" id="{56639F35-FFEC-8D9A-02BF-32391F9CAF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94122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8" name="Szöveg helye 49">
            <a:extLst>
              <a:ext uri="{FF2B5EF4-FFF2-40B4-BE49-F238E27FC236}">
                <a16:creationId xmlns:a16="http://schemas.microsoft.com/office/drawing/2014/main" id="{3230CE96-B481-1ABC-FA5B-F094BD139F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91402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59" name="Szöveg helye 49">
            <a:extLst>
              <a:ext uri="{FF2B5EF4-FFF2-40B4-BE49-F238E27FC236}">
                <a16:creationId xmlns:a16="http://schemas.microsoft.com/office/drawing/2014/main" id="{4151C925-2752-60EC-D370-E644F9FEA3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88682" y="4413700"/>
            <a:ext cx="967532" cy="318867"/>
          </a:xfrm>
        </p:spPr>
        <p:txBody>
          <a:bodyPr>
            <a:normAutofit/>
          </a:bodyPr>
          <a:lstStyle>
            <a:lvl1pPr marL="0" indent="0" algn="ctr">
              <a:buNone/>
              <a:defRPr sz="1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endParaRPr lang="hu-HU" dirty="0"/>
          </a:p>
        </p:txBody>
      </p:sp>
      <p:sp>
        <p:nvSpPr>
          <p:cNvPr id="73" name="Szöveg helye 49">
            <a:extLst>
              <a:ext uri="{FF2B5EF4-FFF2-40B4-BE49-F238E27FC236}">
                <a16:creationId xmlns:a16="http://schemas.microsoft.com/office/drawing/2014/main" id="{C66B3109-7AC7-3C4B-1A75-EBC6396994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37902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4" name="Szöveg helye 49">
            <a:extLst>
              <a:ext uri="{FF2B5EF4-FFF2-40B4-BE49-F238E27FC236}">
                <a16:creationId xmlns:a16="http://schemas.microsoft.com/office/drawing/2014/main" id="{3ADA77A8-1CF9-8716-837B-D6E062F5B8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22119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5" name="Szöveg helye 49">
            <a:extLst>
              <a:ext uri="{FF2B5EF4-FFF2-40B4-BE49-F238E27FC236}">
                <a16:creationId xmlns:a16="http://schemas.microsoft.com/office/drawing/2014/main" id="{41314AEA-578E-3302-C519-34AC94A1A9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06337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6" name="Szöveg helye 49">
            <a:extLst>
              <a:ext uri="{FF2B5EF4-FFF2-40B4-BE49-F238E27FC236}">
                <a16:creationId xmlns:a16="http://schemas.microsoft.com/office/drawing/2014/main" id="{93EF4789-A7B8-5005-B323-EFB819974C9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16679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7" name="Szöveg helye 49">
            <a:extLst>
              <a:ext uri="{FF2B5EF4-FFF2-40B4-BE49-F238E27FC236}">
                <a16:creationId xmlns:a16="http://schemas.microsoft.com/office/drawing/2014/main" id="{6BBAA871-1374-7209-66AA-D05CF6D13F9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13960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8" name="Szöveg helye 49">
            <a:extLst>
              <a:ext uri="{FF2B5EF4-FFF2-40B4-BE49-F238E27FC236}">
                <a16:creationId xmlns:a16="http://schemas.microsoft.com/office/drawing/2014/main" id="{C799F0FA-EFB7-76B9-37A4-26B9908D0C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240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79" name="Szöveg helye 49">
            <a:extLst>
              <a:ext uri="{FF2B5EF4-FFF2-40B4-BE49-F238E27FC236}">
                <a16:creationId xmlns:a16="http://schemas.microsoft.com/office/drawing/2014/main" id="{5A5D691C-AF30-2AE7-94A5-A8BC1C3294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21583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80" name="Szöveg helye 49">
            <a:extLst>
              <a:ext uri="{FF2B5EF4-FFF2-40B4-BE49-F238E27FC236}">
                <a16:creationId xmlns:a16="http://schemas.microsoft.com/office/drawing/2014/main" id="{220FCF98-E4B1-158C-A07A-AB7D99E3D28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71114" y="5124591"/>
            <a:ext cx="967533" cy="62138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92" name="Szöveg helye 49">
            <a:extLst>
              <a:ext uri="{FF2B5EF4-FFF2-40B4-BE49-F238E27FC236}">
                <a16:creationId xmlns:a16="http://schemas.microsoft.com/office/drawing/2014/main" id="{6BA2C04F-24DB-CD7C-D12D-9BCE4D3AAF0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5594" y="1754374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96" name="Szöveg helye 49">
            <a:extLst>
              <a:ext uri="{FF2B5EF4-FFF2-40B4-BE49-F238E27FC236}">
                <a16:creationId xmlns:a16="http://schemas.microsoft.com/office/drawing/2014/main" id="{4C8C338C-EABC-922E-6E58-C5F8468292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5594" y="2146260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97" name="Szöveg helye 49">
            <a:extLst>
              <a:ext uri="{FF2B5EF4-FFF2-40B4-BE49-F238E27FC236}">
                <a16:creationId xmlns:a16="http://schemas.microsoft.com/office/drawing/2014/main" id="{E97ECE21-B85E-ED88-E6F3-43A38E631BA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5594" y="2485894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98" name="Szöveg helye 49">
            <a:extLst>
              <a:ext uri="{FF2B5EF4-FFF2-40B4-BE49-F238E27FC236}">
                <a16:creationId xmlns:a16="http://schemas.microsoft.com/office/drawing/2014/main" id="{8A4DD83F-A846-AF92-4A7F-ED098E8C05D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95594" y="2838591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99" name="Szöveg helye 49">
            <a:extLst>
              <a:ext uri="{FF2B5EF4-FFF2-40B4-BE49-F238E27FC236}">
                <a16:creationId xmlns:a16="http://schemas.microsoft.com/office/drawing/2014/main" id="{29BD146D-8350-8AAC-CD2A-4ADC2BF918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95594" y="3191289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100" name="Szöveg helye 49">
            <a:extLst>
              <a:ext uri="{FF2B5EF4-FFF2-40B4-BE49-F238E27FC236}">
                <a16:creationId xmlns:a16="http://schemas.microsoft.com/office/drawing/2014/main" id="{C59C4AAA-BD4A-F0FC-E067-00158D4088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95594" y="3543986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101" name="Szöveg helye 49">
            <a:extLst>
              <a:ext uri="{FF2B5EF4-FFF2-40B4-BE49-F238E27FC236}">
                <a16:creationId xmlns:a16="http://schemas.microsoft.com/office/drawing/2014/main" id="{71829974-E99D-A40B-A18A-B99F940BD7F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95594" y="3896683"/>
            <a:ext cx="2173236" cy="263525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hu-HU" dirty="0" err="1"/>
              <a:t>ncksdjbfhjvbrdsjahbdhvjbjhasbvhjbhjdfa</a:t>
            </a:r>
            <a:endParaRPr lang="hu-HU" dirty="0"/>
          </a:p>
        </p:txBody>
      </p:sp>
      <p:sp>
        <p:nvSpPr>
          <p:cNvPr id="102" name="Szöveg helye 20">
            <a:extLst>
              <a:ext uri="{FF2B5EF4-FFF2-40B4-BE49-F238E27FC236}">
                <a16:creationId xmlns:a16="http://schemas.microsoft.com/office/drawing/2014/main" id="{38F32DBC-8073-9C3E-920A-988E9C57B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6229348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rgbClr val="1B1E52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9010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Ábra 2">
            <a:extLst>
              <a:ext uri="{FF2B5EF4-FFF2-40B4-BE49-F238E27FC236}">
                <a16:creationId xmlns:a16="http://schemas.microsoft.com/office/drawing/2014/main" id="{05D91367-B2B3-B447-ADBC-0AF135EAD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1837" y="6104988"/>
            <a:ext cx="1622458" cy="237685"/>
          </a:xfrm>
          <a:prstGeom prst="rect">
            <a:avLst/>
          </a:prstGeom>
        </p:spPr>
      </p:pic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383AB97A-D9A6-D702-B599-6CC84891EC7C}"/>
              </a:ext>
            </a:extLst>
          </p:cNvPr>
          <p:cNvCxnSpPr>
            <a:cxnSpLocks/>
          </p:cNvCxnSpPr>
          <p:nvPr userDrawn="1"/>
        </p:nvCxnSpPr>
        <p:spPr>
          <a:xfrm>
            <a:off x="534572" y="2460087"/>
            <a:ext cx="0" cy="2111913"/>
          </a:xfrm>
          <a:prstGeom prst="line">
            <a:avLst/>
          </a:prstGeom>
          <a:ln w="76200" cap="rnd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zöveg helye 20">
            <a:extLst>
              <a:ext uri="{FF2B5EF4-FFF2-40B4-BE49-F238E27FC236}">
                <a16:creationId xmlns:a16="http://schemas.microsoft.com/office/drawing/2014/main" id="{E963DE30-D20A-1CB0-D2C3-85B20E5926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304082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0" name="Szöveg helye 20">
            <a:extLst>
              <a:ext uri="{FF2B5EF4-FFF2-40B4-BE49-F238E27FC236}">
                <a16:creationId xmlns:a16="http://schemas.microsoft.com/office/drawing/2014/main" id="{DCB607BE-CA09-D6BF-BD95-677B8F84AF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08" y="304081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1" name="Szöveg helye 20">
            <a:extLst>
              <a:ext uri="{FF2B5EF4-FFF2-40B4-BE49-F238E27FC236}">
                <a16:creationId xmlns:a16="http://schemas.microsoft.com/office/drawing/2014/main" id="{278ACFC5-F357-6000-37EB-B0FDC1EA31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527" y="304081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3" name="Cím 17">
            <a:extLst>
              <a:ext uri="{FF2B5EF4-FFF2-40B4-BE49-F238E27FC236}">
                <a16:creationId xmlns:a16="http://schemas.microsoft.com/office/drawing/2014/main" id="{9478AD23-40C9-141E-66A8-4B739483E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825" y="2515507"/>
            <a:ext cx="9593098" cy="2111913"/>
          </a:xfrm>
        </p:spPr>
        <p:txBody>
          <a:bodyPr anchor="t" anchorCtr="0">
            <a:no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Big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two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lines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title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endParaRPr lang="hu-HU" sz="80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4" name="Szöveg helye 20">
            <a:extLst>
              <a:ext uri="{FF2B5EF4-FFF2-40B4-BE49-F238E27FC236}">
                <a16:creationId xmlns:a16="http://schemas.microsoft.com/office/drawing/2014/main" id="{A896AA93-C80C-2129-578D-4620E9A342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5718501"/>
            <a:ext cx="2644093" cy="62417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8794CA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A </a:t>
            </a:r>
            <a:r>
              <a:rPr lang="hu-HU" dirty="0" err="1"/>
              <a:t>little</a:t>
            </a:r>
            <a:r>
              <a:rPr lang="hu-HU" dirty="0"/>
              <a:t> bit </a:t>
            </a:r>
            <a:r>
              <a:rPr lang="hu-HU" dirty="0" err="1"/>
              <a:t>longer</a:t>
            </a:r>
            <a:r>
              <a:rPr lang="hu-HU" dirty="0"/>
              <a:t> </a:t>
            </a:r>
            <a:r>
              <a:rPr lang="hu-HU" dirty="0" err="1"/>
              <a:t>subheadline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details</a:t>
            </a:r>
            <a:r>
              <a:rPr lang="hu-HU" dirty="0"/>
              <a:t> </a:t>
            </a:r>
            <a:r>
              <a:rPr lang="hu-HU" dirty="0" err="1"/>
              <a:t>written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needed</a:t>
            </a:r>
            <a:endParaRPr lang="hu-HU" dirty="0"/>
          </a:p>
        </p:txBody>
      </p:sp>
      <p:sp>
        <p:nvSpPr>
          <p:cNvPr id="17" name="Szöveg helye 20">
            <a:extLst>
              <a:ext uri="{FF2B5EF4-FFF2-40B4-BE49-F238E27FC236}">
                <a16:creationId xmlns:a16="http://schemas.microsoft.com/office/drawing/2014/main" id="{37AD8E57-F1FB-BF21-95F6-A9CD6A5072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304081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726780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Ábra 2">
            <a:extLst>
              <a:ext uri="{FF2B5EF4-FFF2-40B4-BE49-F238E27FC236}">
                <a16:creationId xmlns:a16="http://schemas.microsoft.com/office/drawing/2014/main" id="{05D91367-B2B3-B447-ADBC-0AF135EAD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41837" y="6104988"/>
            <a:ext cx="1622458" cy="237685"/>
          </a:xfrm>
          <a:prstGeom prst="rect">
            <a:avLst/>
          </a:prstGeom>
        </p:spPr>
      </p:pic>
      <p:sp>
        <p:nvSpPr>
          <p:cNvPr id="5" name="Szöveg helye 20">
            <a:extLst>
              <a:ext uri="{FF2B5EF4-FFF2-40B4-BE49-F238E27FC236}">
                <a16:creationId xmlns:a16="http://schemas.microsoft.com/office/drawing/2014/main" id="{E963DE30-D20A-1CB0-D2C3-85B20E5926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304082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Presentation</a:t>
            </a:r>
            <a:r>
              <a:rPr lang="hu-HU" dirty="0"/>
              <a:t> </a:t>
            </a:r>
            <a:r>
              <a:rPr lang="hu-HU" dirty="0" err="1"/>
              <a:t>title</a:t>
            </a:r>
            <a:endParaRPr lang="hu-HU" dirty="0"/>
          </a:p>
        </p:txBody>
      </p:sp>
      <p:sp>
        <p:nvSpPr>
          <p:cNvPr id="10" name="Szöveg helye 20">
            <a:extLst>
              <a:ext uri="{FF2B5EF4-FFF2-40B4-BE49-F238E27FC236}">
                <a16:creationId xmlns:a16="http://schemas.microsoft.com/office/drawing/2014/main" id="{DCB607BE-CA09-D6BF-BD95-677B8F84AF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708" y="304081"/>
            <a:ext cx="2743196" cy="263525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 err="1"/>
              <a:t>Presenter’s</a:t>
            </a:r>
            <a:r>
              <a:rPr lang="hu-HU" dirty="0"/>
              <a:t> </a:t>
            </a:r>
            <a:r>
              <a:rPr lang="hu-HU" dirty="0" err="1"/>
              <a:t>name</a:t>
            </a:r>
            <a:endParaRPr lang="hu-HU" dirty="0"/>
          </a:p>
        </p:txBody>
      </p:sp>
      <p:sp>
        <p:nvSpPr>
          <p:cNvPr id="11" name="Szöveg helye 20">
            <a:extLst>
              <a:ext uri="{FF2B5EF4-FFF2-40B4-BE49-F238E27FC236}">
                <a16:creationId xmlns:a16="http://schemas.microsoft.com/office/drawing/2014/main" id="{278ACFC5-F357-6000-37EB-B0FDC1EA31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03527" y="304081"/>
            <a:ext cx="748286" cy="263525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2026</a:t>
            </a:r>
          </a:p>
        </p:txBody>
      </p:sp>
      <p:sp>
        <p:nvSpPr>
          <p:cNvPr id="13" name="Cím 17">
            <a:extLst>
              <a:ext uri="{FF2B5EF4-FFF2-40B4-BE49-F238E27FC236}">
                <a16:creationId xmlns:a16="http://schemas.microsoft.com/office/drawing/2014/main" id="{9478AD23-40C9-141E-66A8-4B739483E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9451" y="2373044"/>
            <a:ext cx="9593098" cy="2111913"/>
          </a:xfrm>
        </p:spPr>
        <p:txBody>
          <a:bodyPr anchor="t" anchorCtr="0">
            <a:no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Big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two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lines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title</a:t>
            </a:r>
            <a:r>
              <a:rPr lang="hu-HU" sz="8000" dirty="0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 </a:t>
            </a:r>
            <a:r>
              <a:rPr lang="hu-HU" sz="8000" dirty="0" err="1">
                <a:solidFill>
                  <a:schemeClr val="bg1"/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longer</a:t>
            </a:r>
            <a:endParaRPr lang="hu-HU" sz="80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4" name="Szöveg helye 20">
            <a:extLst>
              <a:ext uri="{FF2B5EF4-FFF2-40B4-BE49-F238E27FC236}">
                <a16:creationId xmlns:a16="http://schemas.microsoft.com/office/drawing/2014/main" id="{A896AA93-C80C-2129-578D-4620E9A342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5982788"/>
            <a:ext cx="3584620" cy="38441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8794CA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A </a:t>
            </a:r>
            <a:r>
              <a:rPr lang="hu-HU" dirty="0" err="1"/>
              <a:t>little</a:t>
            </a:r>
            <a:r>
              <a:rPr lang="hu-HU" dirty="0"/>
              <a:t> bit </a:t>
            </a:r>
            <a:r>
              <a:rPr lang="hu-HU" dirty="0" err="1"/>
              <a:t>longer</a:t>
            </a:r>
            <a:r>
              <a:rPr lang="hu-HU" dirty="0"/>
              <a:t> </a:t>
            </a:r>
            <a:r>
              <a:rPr lang="hu-HU" dirty="0" err="1"/>
              <a:t>subheadline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details</a:t>
            </a:r>
            <a:r>
              <a:rPr lang="hu-HU" dirty="0"/>
              <a:t> </a:t>
            </a:r>
            <a:r>
              <a:rPr lang="hu-HU" dirty="0" err="1"/>
              <a:t>written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needed</a:t>
            </a:r>
            <a:endParaRPr lang="hu-HU" dirty="0"/>
          </a:p>
        </p:txBody>
      </p:sp>
      <p:sp>
        <p:nvSpPr>
          <p:cNvPr id="6" name="Szöveg helye 20">
            <a:extLst>
              <a:ext uri="{FF2B5EF4-FFF2-40B4-BE49-F238E27FC236}">
                <a16:creationId xmlns:a16="http://schemas.microsoft.com/office/drawing/2014/main" id="{2BBA1AF8-C57E-1E9F-5C1C-C41E9292B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14256" y="304081"/>
            <a:ext cx="1425687" cy="263525"/>
          </a:xfrm>
        </p:spPr>
        <p:txBody>
          <a:bodyPr>
            <a:noAutofit/>
          </a:bodyPr>
          <a:lstStyle>
            <a:lvl1pPr marL="0" indent="0">
              <a:buNone/>
              <a:defRPr sz="1000" i="1">
                <a:solidFill>
                  <a:schemeClr val="bg1"/>
                </a:solidFill>
                <a:latin typeface="Lora" pitchFamily="2" charset="0"/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hu-HU" dirty="0"/>
              <a:t>The </a:t>
            </a:r>
            <a:r>
              <a:rPr lang="hu-HU" dirty="0" err="1"/>
              <a:t>neuwerk</a:t>
            </a:r>
            <a:r>
              <a:rPr lang="hu-HU" dirty="0"/>
              <a:t> </a:t>
            </a:r>
            <a:r>
              <a:rPr lang="hu-HU" dirty="0" err="1"/>
              <a:t>way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72033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FAF053D-EA45-D5A7-1F47-DF1732BA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3A8203E-5EAD-469E-FC68-943FD3BF6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13CEE1-9882-B555-8CA9-09F2022A2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ACE91-6210-534C-A397-C0B4F99B3BD9}" type="datetimeFigureOut">
              <a:rPr lang="hu-HU" smtClean="0"/>
              <a:t>2026. 08. 07.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66D772-73C3-3DD0-B077-EAF351932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A9F46DA-0ADD-0FD7-2B80-7A867F4B4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defRPr>
            </a:lvl1pPr>
          </a:lstStyle>
          <a:p>
            <a:fld id="{D726A107-DD35-5648-B48B-90CE69355F01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618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81" r:id="rId10"/>
    <p:sldLayoutId id="2147483684" r:id="rId11"/>
    <p:sldLayoutId id="2147483682" r:id="rId12"/>
    <p:sldLayoutId id="2147483683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2000000000000000000" pitchFamily="2" charset="0"/>
          <a:ea typeface="+mj-ea"/>
          <a:cs typeface="Poppins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2000000000000000000" pitchFamily="2" charset="0"/>
          <a:ea typeface="+mn-ea"/>
          <a:cs typeface="Poppins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 helye 1">
            <a:extLst>
              <a:ext uri="{FF2B5EF4-FFF2-40B4-BE49-F238E27FC236}">
                <a16:creationId xmlns:a16="http://schemas.microsoft.com/office/drawing/2014/main" id="{5F65A30A-3E47-2F70-9E62-8253385979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252605C-A578-5DA2-8062-682D49B71A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8E1D029-AEC0-EE34-3698-260F07C3B2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312CEE7-7576-069B-A25A-55AA51E3F6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B9890491-61CF-9598-A756-A5EA12D9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0F589CDA-48B0-DB76-CDB0-23DD651CA9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806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Neuwerk brand colors">
      <a:dk1>
        <a:srgbClr val="1B1E51"/>
      </a:dk1>
      <a:lt1>
        <a:srgbClr val="FFFFFF"/>
      </a:lt1>
      <a:dk2>
        <a:srgbClr val="0E2841"/>
      </a:dk2>
      <a:lt2>
        <a:srgbClr val="8793CA"/>
      </a:lt2>
      <a:accent1>
        <a:srgbClr val="EDC0DA"/>
      </a:accent1>
      <a:accent2>
        <a:srgbClr val="4E66AE"/>
      </a:accent2>
      <a:accent3>
        <a:srgbClr val="8793CA"/>
      </a:accent3>
      <a:accent4>
        <a:srgbClr val="1EB68A"/>
      </a:accent4>
      <a:accent5>
        <a:srgbClr val="F8AF99"/>
      </a:accent5>
      <a:accent6>
        <a:srgbClr val="48C2CA"/>
      </a:accent6>
      <a:hlink>
        <a:srgbClr val="273892"/>
      </a:hlink>
      <a:folHlink>
        <a:srgbClr val="4E66A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0</Words>
  <Application>Microsoft Macintosh PowerPoint</Application>
  <PresentationFormat>Szélesvásznú</PresentationFormat>
  <Paragraphs>0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8" baseType="lpstr">
      <vt:lpstr>Aptos</vt:lpstr>
      <vt:lpstr>Arial</vt:lpstr>
      <vt:lpstr>Lora</vt:lpstr>
      <vt:lpstr>Poppins</vt:lpstr>
      <vt:lpstr>Poppins Light</vt:lpstr>
      <vt:lpstr>Poppins SemiBold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Matisz Teodóra</dc:creator>
  <cp:lastModifiedBy>Matisz Teodóra</cp:lastModifiedBy>
  <cp:revision>7</cp:revision>
  <dcterms:created xsi:type="dcterms:W3CDTF">2026-08-07T08:18:53Z</dcterms:created>
  <dcterms:modified xsi:type="dcterms:W3CDTF">2026-08-07T10:13:39Z</dcterms:modified>
</cp:coreProperties>
</file>